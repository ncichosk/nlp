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65" r:id="rId2"/>
    <p:sldId id="266" r:id="rId3"/>
    <p:sldId id="267" r:id="rId4"/>
    <p:sldId id="268" r:id="rId5"/>
    <p:sldId id="269" r:id="rId6"/>
    <p:sldId id="278" r:id="rId7"/>
    <p:sldId id="270" r:id="rId8"/>
    <p:sldId id="272" r:id="rId9"/>
    <p:sldId id="276" r:id="rId10"/>
    <p:sldId id="273" r:id="rId11"/>
    <p:sldId id="274" r:id="rId12"/>
    <p:sldId id="275" r:id="rId13"/>
    <p:sldId id="277" r:id="rId14"/>
  </p:sldIdLst>
  <p:sldSz cx="9144000" cy="5148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59"/>
    <p:restoredTop sz="94694"/>
  </p:normalViewPr>
  <p:slideViewPr>
    <p:cSldViewPr snapToGrid="0">
      <p:cViewPr varScale="1">
        <p:scale>
          <a:sx n="161" d="100"/>
          <a:sy n="161" d="100"/>
        </p:scale>
        <p:origin x="44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Model</a:t>
            </a:r>
            <a:r>
              <a:rPr lang="en-US" baseline="0" dirty="0"/>
              <a:t> Performance with Additional Encoder-Decoder Stacks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Enigma Cypher</c:v>
                </c:pt>
              </c:strCache>
            </c:strRef>
          </c:tx>
          <c:spPr>
            <a:ln w="28575" cap="rnd">
              <a:solidFill>
                <a:schemeClr val="accent1"/>
              </a:solidFill>
              <a:round/>
            </a:ln>
            <a:effectLst/>
          </c:spPr>
          <c:marker>
            <c:symbol val="none"/>
          </c:marker>
          <c:cat>
            <c:numRef>
              <c:f>Sheet1!$A$2:$A$9</c:f>
              <c:numCache>
                <c:formatCode>General</c:formatCode>
                <c:ptCount val="8"/>
                <c:pt idx="0">
                  <c:v>1</c:v>
                </c:pt>
                <c:pt idx="1">
                  <c:v>2</c:v>
                </c:pt>
                <c:pt idx="2">
                  <c:v>3</c:v>
                </c:pt>
                <c:pt idx="3">
                  <c:v>4</c:v>
                </c:pt>
                <c:pt idx="4">
                  <c:v>5</c:v>
                </c:pt>
                <c:pt idx="5">
                  <c:v>6</c:v>
                </c:pt>
                <c:pt idx="6">
                  <c:v>7</c:v>
                </c:pt>
                <c:pt idx="7">
                  <c:v>8</c:v>
                </c:pt>
              </c:numCache>
            </c:numRef>
          </c:cat>
          <c:val>
            <c:numRef>
              <c:f>Sheet1!$B$2:$B$9</c:f>
              <c:numCache>
                <c:formatCode>General</c:formatCode>
                <c:ptCount val="8"/>
                <c:pt idx="0">
                  <c:v>49.35</c:v>
                </c:pt>
                <c:pt idx="1">
                  <c:v>52.54</c:v>
                </c:pt>
                <c:pt idx="2">
                  <c:v>53.22</c:v>
                </c:pt>
                <c:pt idx="3">
                  <c:v>53.98</c:v>
                </c:pt>
                <c:pt idx="4">
                  <c:v>53.86</c:v>
                </c:pt>
                <c:pt idx="5">
                  <c:v>54.32</c:v>
                </c:pt>
                <c:pt idx="6">
                  <c:v>54.62</c:v>
                </c:pt>
                <c:pt idx="7">
                  <c:v>55</c:v>
                </c:pt>
              </c:numCache>
            </c:numRef>
          </c:val>
          <c:smooth val="0"/>
          <c:extLst>
            <c:ext xmlns:c16="http://schemas.microsoft.com/office/drawing/2014/chart" uri="{C3380CC4-5D6E-409C-BE32-E72D297353CC}">
              <c16:uniqueId val="{00000000-63F6-DC4F-B501-F7F5EFCE0191}"/>
            </c:ext>
          </c:extLst>
        </c:ser>
        <c:ser>
          <c:idx val="1"/>
          <c:order val="1"/>
          <c:tx>
            <c:strRef>
              <c:f>Sheet1!$C$1</c:f>
              <c:strCache>
                <c:ptCount val="1"/>
                <c:pt idx="0">
                  <c:v>Substitution Cypher</c:v>
                </c:pt>
              </c:strCache>
            </c:strRef>
          </c:tx>
          <c:spPr>
            <a:ln w="28575" cap="rnd">
              <a:solidFill>
                <a:schemeClr val="accent2"/>
              </a:solidFill>
              <a:round/>
            </a:ln>
            <a:effectLst/>
          </c:spPr>
          <c:marker>
            <c:symbol val="none"/>
          </c:marker>
          <c:cat>
            <c:numRef>
              <c:f>Sheet1!$A$2:$A$9</c:f>
              <c:numCache>
                <c:formatCode>General</c:formatCode>
                <c:ptCount val="8"/>
                <c:pt idx="0">
                  <c:v>1</c:v>
                </c:pt>
                <c:pt idx="1">
                  <c:v>2</c:v>
                </c:pt>
                <c:pt idx="2">
                  <c:v>3</c:v>
                </c:pt>
                <c:pt idx="3">
                  <c:v>4</c:v>
                </c:pt>
                <c:pt idx="4">
                  <c:v>5</c:v>
                </c:pt>
                <c:pt idx="5">
                  <c:v>6</c:v>
                </c:pt>
                <c:pt idx="6">
                  <c:v>7</c:v>
                </c:pt>
                <c:pt idx="7">
                  <c:v>8</c:v>
                </c:pt>
              </c:numCache>
            </c:numRef>
          </c:cat>
          <c:val>
            <c:numRef>
              <c:f>Sheet1!$C$2:$C$9</c:f>
              <c:numCache>
                <c:formatCode>General</c:formatCode>
                <c:ptCount val="8"/>
                <c:pt idx="0">
                  <c:v>50.62</c:v>
                </c:pt>
                <c:pt idx="1">
                  <c:v>53.25</c:v>
                </c:pt>
                <c:pt idx="2">
                  <c:v>54.24</c:v>
                </c:pt>
                <c:pt idx="3">
                  <c:v>54.5</c:v>
                </c:pt>
                <c:pt idx="4">
                  <c:v>54.52</c:v>
                </c:pt>
                <c:pt idx="5">
                  <c:v>54.93</c:v>
                </c:pt>
                <c:pt idx="6">
                  <c:v>56.08</c:v>
                </c:pt>
                <c:pt idx="7">
                  <c:v>55.58</c:v>
                </c:pt>
              </c:numCache>
            </c:numRef>
          </c:val>
          <c:smooth val="0"/>
          <c:extLst>
            <c:ext xmlns:c16="http://schemas.microsoft.com/office/drawing/2014/chart" uri="{C3380CC4-5D6E-409C-BE32-E72D297353CC}">
              <c16:uniqueId val="{00000001-63F6-DC4F-B501-F7F5EFCE0191}"/>
            </c:ext>
          </c:extLst>
        </c:ser>
        <c:dLbls>
          <c:showLegendKey val="0"/>
          <c:showVal val="0"/>
          <c:showCatName val="0"/>
          <c:showSerName val="0"/>
          <c:showPercent val="0"/>
          <c:showBubbleSize val="0"/>
        </c:dLbls>
        <c:smooth val="0"/>
        <c:axId val="834406000"/>
        <c:axId val="833018688"/>
      </c:lineChart>
      <c:catAx>
        <c:axId val="8344060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Number</a:t>
                </a:r>
                <a:r>
                  <a:rPr lang="en-US" baseline="0" dirty="0"/>
                  <a:t> of Encoder-Decoder Stacks</a:t>
                </a:r>
                <a:endParaRPr lang="en-US"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33018688"/>
        <c:crosses val="autoZero"/>
        <c:auto val="1"/>
        <c:lblAlgn val="ctr"/>
        <c:lblOffset val="100"/>
        <c:noMultiLvlLbl val="0"/>
      </c:catAx>
      <c:valAx>
        <c:axId val="833018688"/>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Model</a:t>
                </a:r>
                <a:r>
                  <a:rPr lang="en-US" baseline="0" dirty="0"/>
                  <a:t> Accuracy (%)</a:t>
                </a:r>
                <a:endParaRPr lang="en-US"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344060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DFF2F3-5181-1145-AA30-5B439B8F6C3D}" type="datetimeFigureOut">
              <a:rPr lang="en-US" smtClean="0"/>
              <a:t>12/16/25</a:t>
            </a:fld>
            <a:endParaRPr lang="en-US"/>
          </a:p>
        </p:txBody>
      </p:sp>
      <p:sp>
        <p:nvSpPr>
          <p:cNvPr id="4" name="Slide Image Placeholder 3"/>
          <p:cNvSpPr>
            <a:spLocks noGrp="1" noRot="1" noChangeAspect="1"/>
          </p:cNvSpPr>
          <p:nvPr>
            <p:ph type="sldImg" idx="2"/>
          </p:nvPr>
        </p:nvSpPr>
        <p:spPr>
          <a:xfrm>
            <a:off x="688975" y="1143000"/>
            <a:ext cx="54800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0C1BE-4E84-CB40-883A-513F6B2628C7}" type="slidenum">
              <a:rPr lang="en-US" smtClean="0"/>
              <a:t>‹#›</a:t>
            </a:fld>
            <a:endParaRPr lang="en-US"/>
          </a:p>
        </p:txBody>
      </p:sp>
    </p:spTree>
    <p:extLst>
      <p:ext uri="{BB962C8B-B14F-4D97-AF65-F5344CB8AC3E}">
        <p14:creationId xmlns:p14="http://schemas.microsoft.com/office/powerpoint/2010/main" val="3585882241"/>
      </p:ext>
    </p:extLst>
  </p:cSld>
  <p:clrMap bg1="lt1" tx1="dk1" bg2="lt2" tx2="dk2" accent1="accent1" accent2="accent2" accent3="accent3" accent4="accent4" accent5="accent5" accent6="accent6" hlink="hlink" folHlink="folHlink"/>
  <p:notesStyle>
    <a:lvl1pPr marL="0" algn="l" defTabSz="685983" rtl="0" eaLnBrk="1" latinLnBrk="0" hangingPunct="1">
      <a:defRPr sz="900" kern="1200">
        <a:solidFill>
          <a:schemeClr val="tx1"/>
        </a:solidFill>
        <a:latin typeface="+mn-lt"/>
        <a:ea typeface="+mn-ea"/>
        <a:cs typeface="+mn-cs"/>
      </a:defRPr>
    </a:lvl1pPr>
    <a:lvl2pPr marL="342991" algn="l" defTabSz="685983" rtl="0" eaLnBrk="1" latinLnBrk="0" hangingPunct="1">
      <a:defRPr sz="900" kern="1200">
        <a:solidFill>
          <a:schemeClr val="tx1"/>
        </a:solidFill>
        <a:latin typeface="+mn-lt"/>
        <a:ea typeface="+mn-ea"/>
        <a:cs typeface="+mn-cs"/>
      </a:defRPr>
    </a:lvl2pPr>
    <a:lvl3pPr marL="685983" algn="l" defTabSz="685983" rtl="0" eaLnBrk="1" latinLnBrk="0" hangingPunct="1">
      <a:defRPr sz="900" kern="1200">
        <a:solidFill>
          <a:schemeClr val="tx1"/>
        </a:solidFill>
        <a:latin typeface="+mn-lt"/>
        <a:ea typeface="+mn-ea"/>
        <a:cs typeface="+mn-cs"/>
      </a:defRPr>
    </a:lvl3pPr>
    <a:lvl4pPr marL="1028974" algn="l" defTabSz="685983" rtl="0" eaLnBrk="1" latinLnBrk="0" hangingPunct="1">
      <a:defRPr sz="900" kern="1200">
        <a:solidFill>
          <a:schemeClr val="tx1"/>
        </a:solidFill>
        <a:latin typeface="+mn-lt"/>
        <a:ea typeface="+mn-ea"/>
        <a:cs typeface="+mn-cs"/>
      </a:defRPr>
    </a:lvl4pPr>
    <a:lvl5pPr marL="1371966" algn="l" defTabSz="685983" rtl="0" eaLnBrk="1" latinLnBrk="0" hangingPunct="1">
      <a:defRPr sz="900" kern="1200">
        <a:solidFill>
          <a:schemeClr val="tx1"/>
        </a:solidFill>
        <a:latin typeface="+mn-lt"/>
        <a:ea typeface="+mn-ea"/>
        <a:cs typeface="+mn-cs"/>
      </a:defRPr>
    </a:lvl5pPr>
    <a:lvl6pPr marL="1714957" algn="l" defTabSz="685983" rtl="0" eaLnBrk="1" latinLnBrk="0" hangingPunct="1">
      <a:defRPr sz="900" kern="1200">
        <a:solidFill>
          <a:schemeClr val="tx1"/>
        </a:solidFill>
        <a:latin typeface="+mn-lt"/>
        <a:ea typeface="+mn-ea"/>
        <a:cs typeface="+mn-cs"/>
      </a:defRPr>
    </a:lvl6pPr>
    <a:lvl7pPr marL="2057949" algn="l" defTabSz="685983" rtl="0" eaLnBrk="1" latinLnBrk="0" hangingPunct="1">
      <a:defRPr sz="900" kern="1200">
        <a:solidFill>
          <a:schemeClr val="tx1"/>
        </a:solidFill>
        <a:latin typeface="+mn-lt"/>
        <a:ea typeface="+mn-ea"/>
        <a:cs typeface="+mn-cs"/>
      </a:defRPr>
    </a:lvl7pPr>
    <a:lvl8pPr marL="2400940" algn="l" defTabSz="685983" rtl="0" eaLnBrk="1" latinLnBrk="0" hangingPunct="1">
      <a:defRPr sz="900" kern="1200">
        <a:solidFill>
          <a:schemeClr val="tx1"/>
        </a:solidFill>
        <a:latin typeface="+mn-lt"/>
        <a:ea typeface="+mn-ea"/>
        <a:cs typeface="+mn-cs"/>
      </a:defRPr>
    </a:lvl8pPr>
    <a:lvl9pPr marL="2743932" algn="l" defTabSz="685983"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7" name="Google Shape;10;p2">
            <a:extLst>
              <a:ext uri="{FF2B5EF4-FFF2-40B4-BE49-F238E27FC236}">
                <a16:creationId xmlns:a16="http://schemas.microsoft.com/office/drawing/2014/main" id="{BB90A951-0CCD-B53B-3505-AD7C3A62D0E3}"/>
              </a:ext>
            </a:extLst>
          </p:cNvPr>
          <p:cNvPicPr preferRelativeResize="0"/>
          <p:nvPr userDrawn="1"/>
        </p:nvPicPr>
        <p:blipFill>
          <a:blip r:embed="rId3">
            <a:alphaModFix/>
          </a:blip>
          <a:stretch>
            <a:fillRect/>
          </a:stretch>
        </p:blipFill>
        <p:spPr>
          <a:xfrm>
            <a:off x="0" y="4762"/>
            <a:ext cx="9144003" cy="5143501"/>
          </a:xfrm>
          <a:prstGeom prst="rect">
            <a:avLst/>
          </a:prstGeom>
          <a:noFill/>
          <a:ln>
            <a:noFill/>
          </a:ln>
        </p:spPr>
      </p:pic>
      <p:sp>
        <p:nvSpPr>
          <p:cNvPr id="2" name="Title 1"/>
          <p:cNvSpPr>
            <a:spLocks noGrp="1"/>
          </p:cNvSpPr>
          <p:nvPr>
            <p:ph type="ctrTitle"/>
          </p:nvPr>
        </p:nvSpPr>
        <p:spPr>
          <a:xfrm>
            <a:off x="1143000" y="1118216"/>
            <a:ext cx="6858000" cy="1792358"/>
          </a:xfrm>
        </p:spPr>
        <p:txBody>
          <a:bodyPr anchor="t"/>
          <a:lstStyle>
            <a:lvl1pPr algn="l">
              <a:defRPr sz="4500"/>
            </a:lvl1pPr>
          </a:lstStyle>
          <a:p>
            <a:r>
              <a:rPr lang="en-US" dirty="0"/>
              <a:t>Click to edit Master title style</a:t>
            </a:r>
          </a:p>
        </p:txBody>
      </p:sp>
      <p:sp>
        <p:nvSpPr>
          <p:cNvPr id="6" name="Slide Number Placeholder 5"/>
          <p:cNvSpPr>
            <a:spLocks noGrp="1"/>
          </p:cNvSpPr>
          <p:nvPr>
            <p:ph type="sldNum" sz="quarter" idx="12"/>
          </p:nvPr>
        </p:nvSpPr>
        <p:spPr/>
        <p:txBody>
          <a:bodyPr/>
          <a:lstStyle/>
          <a:p>
            <a:fld id="{E253BE58-C190-BD42-87BB-13250B56C2C5}" type="slidenum">
              <a:rPr lang="en-US" smtClean="0"/>
              <a:t>‹#›</a:t>
            </a:fld>
            <a:endParaRPr lang="en-US"/>
          </a:p>
        </p:txBody>
      </p:sp>
      <p:pic>
        <p:nvPicPr>
          <p:cNvPr id="9" name="Picture 8" descr="A black background with white text&#10;&#10;Description automatically generated">
            <a:extLst>
              <a:ext uri="{FF2B5EF4-FFF2-40B4-BE49-F238E27FC236}">
                <a16:creationId xmlns:a16="http://schemas.microsoft.com/office/drawing/2014/main" id="{8E9A99A4-6CB0-6058-C2E2-4841701587AB}"/>
              </a:ext>
            </a:extLst>
          </p:cNvPr>
          <p:cNvPicPr>
            <a:picLocks noChangeAspect="1"/>
          </p:cNvPicPr>
          <p:nvPr userDrawn="1"/>
        </p:nvPicPr>
        <p:blipFill>
          <a:blip r:embed="rId4"/>
          <a:stretch>
            <a:fillRect/>
          </a:stretch>
        </p:blipFill>
        <p:spPr>
          <a:xfrm>
            <a:off x="948018" y="3274658"/>
            <a:ext cx="2523680" cy="1028399"/>
          </a:xfrm>
          <a:prstGeom prst="rect">
            <a:avLst/>
          </a:prstGeom>
        </p:spPr>
      </p:pic>
      <p:sp>
        <p:nvSpPr>
          <p:cNvPr id="12" name="Google Shape;14;p2">
            <a:extLst>
              <a:ext uri="{FF2B5EF4-FFF2-40B4-BE49-F238E27FC236}">
                <a16:creationId xmlns:a16="http://schemas.microsoft.com/office/drawing/2014/main" id="{DF2BB9DF-A6BB-7F52-7FB3-534E2C106F17}"/>
              </a:ext>
            </a:extLst>
          </p:cNvPr>
          <p:cNvSpPr txBox="1">
            <a:spLocks noGrp="1"/>
          </p:cNvSpPr>
          <p:nvPr>
            <p:ph type="subTitle" idx="1"/>
          </p:nvPr>
        </p:nvSpPr>
        <p:spPr>
          <a:xfrm>
            <a:off x="455135" y="161750"/>
            <a:ext cx="3768300" cy="4863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spTree>
    <p:extLst>
      <p:ext uri="{BB962C8B-B14F-4D97-AF65-F5344CB8AC3E}">
        <p14:creationId xmlns:p14="http://schemas.microsoft.com/office/powerpoint/2010/main" val="270180580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Google Shape;19;p3">
            <a:extLst>
              <a:ext uri="{FF2B5EF4-FFF2-40B4-BE49-F238E27FC236}">
                <a16:creationId xmlns:a16="http://schemas.microsoft.com/office/drawing/2014/main" id="{1D8EA9C7-FC8E-5DF5-239A-C0F237CBAB42}"/>
              </a:ext>
            </a:extLst>
          </p:cNvPr>
          <p:cNvSpPr txBox="1">
            <a:spLocks/>
          </p:cNvSpPr>
          <p:nvPr userDrawn="1"/>
        </p:nvSpPr>
        <p:spPr>
          <a:xfrm>
            <a:off x="8472458" y="106692"/>
            <a:ext cx="548700" cy="393600"/>
          </a:xfrm>
          <a:prstGeom prst="rect">
            <a:avLst/>
          </a:prstGeom>
        </p:spPr>
        <p:txBody>
          <a:bodyPr spcFirstLastPara="1" vert="horz" wrap="square" lIns="91425" tIns="91425" rIns="91425" bIns="91425" rtlCol="0" anchor="ctr" anchorCtr="0">
            <a:normAutofit/>
          </a:bodyPr>
          <a:lstStyle>
            <a:defPPr>
              <a:defRPr lang="en-US"/>
            </a:defPPr>
            <a:lvl1pPr marL="0" lvl="0" algn="r" defTabSz="457200" rtl="0" eaLnBrk="1" latinLnBrk="0" hangingPunct="1">
              <a:buNone/>
              <a:defRPr sz="900" kern="1200">
                <a:solidFill>
                  <a:schemeClr val="accent5"/>
                </a:solidFill>
                <a:latin typeface="+mn-lt"/>
                <a:ea typeface="+mn-ea"/>
                <a:cs typeface="+mn-cs"/>
              </a:defRPr>
            </a:lvl1pPr>
            <a:lvl2pPr marL="457200" lvl="1" algn="l" defTabSz="457200" rtl="0" eaLnBrk="1" latinLnBrk="0" hangingPunct="1">
              <a:buNone/>
              <a:defRPr sz="1800" kern="1200">
                <a:solidFill>
                  <a:schemeClr val="accent5"/>
                </a:solidFill>
                <a:latin typeface="+mn-lt"/>
                <a:ea typeface="+mn-ea"/>
                <a:cs typeface="+mn-cs"/>
              </a:defRPr>
            </a:lvl2pPr>
            <a:lvl3pPr marL="914400" lvl="2" algn="l" defTabSz="457200" rtl="0" eaLnBrk="1" latinLnBrk="0" hangingPunct="1">
              <a:buNone/>
              <a:defRPr sz="1800" kern="1200">
                <a:solidFill>
                  <a:schemeClr val="accent5"/>
                </a:solidFill>
                <a:latin typeface="+mn-lt"/>
                <a:ea typeface="+mn-ea"/>
                <a:cs typeface="+mn-cs"/>
              </a:defRPr>
            </a:lvl3pPr>
            <a:lvl4pPr marL="1371600" lvl="3" algn="l" defTabSz="457200" rtl="0" eaLnBrk="1" latinLnBrk="0" hangingPunct="1">
              <a:buNone/>
              <a:defRPr sz="1800" kern="1200">
                <a:solidFill>
                  <a:schemeClr val="accent5"/>
                </a:solidFill>
                <a:latin typeface="+mn-lt"/>
                <a:ea typeface="+mn-ea"/>
                <a:cs typeface="+mn-cs"/>
              </a:defRPr>
            </a:lvl4pPr>
            <a:lvl5pPr marL="1828800" lvl="4" algn="l" defTabSz="457200" rtl="0" eaLnBrk="1" latinLnBrk="0" hangingPunct="1">
              <a:buNone/>
              <a:defRPr sz="1800" kern="1200">
                <a:solidFill>
                  <a:schemeClr val="accent5"/>
                </a:solidFill>
                <a:latin typeface="+mn-lt"/>
                <a:ea typeface="+mn-ea"/>
                <a:cs typeface="+mn-cs"/>
              </a:defRPr>
            </a:lvl5pPr>
            <a:lvl6pPr marL="2286000" lvl="5" algn="l" defTabSz="457200" rtl="0" eaLnBrk="1" latinLnBrk="0" hangingPunct="1">
              <a:buNone/>
              <a:defRPr sz="1800" kern="1200">
                <a:solidFill>
                  <a:schemeClr val="accent5"/>
                </a:solidFill>
                <a:latin typeface="+mn-lt"/>
                <a:ea typeface="+mn-ea"/>
                <a:cs typeface="+mn-cs"/>
              </a:defRPr>
            </a:lvl6pPr>
            <a:lvl7pPr marL="2743200" lvl="6" algn="l" defTabSz="457200" rtl="0" eaLnBrk="1" latinLnBrk="0" hangingPunct="1">
              <a:buNone/>
              <a:defRPr sz="1800" kern="1200">
                <a:solidFill>
                  <a:schemeClr val="accent5"/>
                </a:solidFill>
                <a:latin typeface="+mn-lt"/>
                <a:ea typeface="+mn-ea"/>
                <a:cs typeface="+mn-cs"/>
              </a:defRPr>
            </a:lvl7pPr>
            <a:lvl8pPr marL="3200400" lvl="7" algn="l" defTabSz="457200" rtl="0" eaLnBrk="1" latinLnBrk="0" hangingPunct="1">
              <a:buNone/>
              <a:defRPr sz="1800" kern="1200">
                <a:solidFill>
                  <a:schemeClr val="accent5"/>
                </a:solidFill>
                <a:latin typeface="+mn-lt"/>
                <a:ea typeface="+mn-ea"/>
                <a:cs typeface="+mn-cs"/>
              </a:defRPr>
            </a:lvl8pPr>
            <a:lvl9pPr marL="3657600" lvl="8" algn="l" defTabSz="457200" rtl="0" eaLnBrk="1" latinLnBrk="0" hangingPunct="1">
              <a:buNone/>
              <a:defRPr sz="1800" kern="1200">
                <a:solidFill>
                  <a:schemeClr val="accent5"/>
                </a:solidFill>
                <a:latin typeface="+mn-lt"/>
                <a:ea typeface="+mn-ea"/>
                <a:cs typeface="+mn-cs"/>
              </a:defRPr>
            </a:lvl9pPr>
          </a:lstStyle>
          <a:p>
            <a:fld id="{00000000-1234-1234-1234-123412341234}" type="slidenum">
              <a:rPr lang="en" sz="1000" smtClean="0">
                <a:solidFill>
                  <a:schemeClr val="accent4"/>
                </a:solidFill>
              </a:rPr>
              <a:pPr/>
              <a:t>‹#›</a:t>
            </a:fld>
            <a:endParaRPr lang="en" sz="1000" dirty="0">
              <a:solidFill>
                <a:schemeClr val="accent4"/>
              </a:solidFill>
            </a:endParaRPr>
          </a:p>
        </p:txBody>
      </p:sp>
      <p:sp>
        <p:nvSpPr>
          <p:cNvPr id="9" name="Google Shape;16;p3">
            <a:extLst>
              <a:ext uri="{FF2B5EF4-FFF2-40B4-BE49-F238E27FC236}">
                <a16:creationId xmlns:a16="http://schemas.microsoft.com/office/drawing/2014/main" id="{642F6CE7-A013-232D-DDC0-CCA1E181023C}"/>
              </a:ext>
            </a:extLst>
          </p:cNvPr>
          <p:cNvSpPr txBox="1">
            <a:spLocks noGrp="1"/>
          </p:cNvSpPr>
          <p:nvPr>
            <p:ph type="body" idx="1"/>
          </p:nvPr>
        </p:nvSpPr>
        <p:spPr>
          <a:xfrm>
            <a:off x="4645850" y="2345700"/>
            <a:ext cx="1671900" cy="17085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04800">
              <a:spcBef>
                <a:spcPts val="0"/>
              </a:spcBef>
              <a:spcAft>
                <a:spcPts val="0"/>
              </a:spcAft>
              <a:buClr>
                <a:schemeClr val="dk1"/>
              </a:buClr>
              <a:buSzPts val="1200"/>
              <a:buChar char="○"/>
              <a:defRPr sz="1200">
                <a:solidFill>
                  <a:schemeClr val="dk1"/>
                </a:solidFill>
              </a:defRPr>
            </a:lvl2pPr>
            <a:lvl3pPr marL="1371600" lvl="2" indent="-304800">
              <a:spcBef>
                <a:spcPts val="0"/>
              </a:spcBef>
              <a:spcAft>
                <a:spcPts val="0"/>
              </a:spcAft>
              <a:buClr>
                <a:schemeClr val="dk1"/>
              </a:buClr>
              <a:buSzPts val="1200"/>
              <a:buChar char="■"/>
              <a:defRPr sz="1200">
                <a:solidFill>
                  <a:schemeClr val="dk1"/>
                </a:solidFill>
              </a:defRPr>
            </a:lvl3pPr>
            <a:lvl4pPr marL="1828800" lvl="3" indent="-304800">
              <a:spcBef>
                <a:spcPts val="0"/>
              </a:spcBef>
              <a:spcAft>
                <a:spcPts val="0"/>
              </a:spcAft>
              <a:buClr>
                <a:schemeClr val="dk1"/>
              </a:buClr>
              <a:buSzPts val="1200"/>
              <a:buChar char="●"/>
              <a:defRPr sz="1200">
                <a:solidFill>
                  <a:schemeClr val="dk1"/>
                </a:solidFill>
              </a:defRPr>
            </a:lvl4pPr>
            <a:lvl5pPr marL="2286000" lvl="4" indent="-304800">
              <a:spcBef>
                <a:spcPts val="0"/>
              </a:spcBef>
              <a:spcAft>
                <a:spcPts val="0"/>
              </a:spcAft>
              <a:buClr>
                <a:schemeClr val="dk1"/>
              </a:buClr>
              <a:buSzPts val="1200"/>
              <a:buChar char="○"/>
              <a:defRPr sz="1200">
                <a:solidFill>
                  <a:schemeClr val="dk1"/>
                </a:solidFill>
              </a:defRPr>
            </a:lvl5pPr>
            <a:lvl6pPr marL="2743200" lvl="5" indent="-304800">
              <a:spcBef>
                <a:spcPts val="0"/>
              </a:spcBef>
              <a:spcAft>
                <a:spcPts val="0"/>
              </a:spcAft>
              <a:buClr>
                <a:schemeClr val="dk1"/>
              </a:buClr>
              <a:buSzPts val="1200"/>
              <a:buChar char="■"/>
              <a:defRPr sz="1200">
                <a:solidFill>
                  <a:schemeClr val="dk1"/>
                </a:solidFill>
              </a:defRPr>
            </a:lvl6pPr>
            <a:lvl7pPr marL="3200400" lvl="6" indent="-304800">
              <a:spcBef>
                <a:spcPts val="0"/>
              </a:spcBef>
              <a:spcAft>
                <a:spcPts val="0"/>
              </a:spcAft>
              <a:buClr>
                <a:schemeClr val="dk1"/>
              </a:buClr>
              <a:buSzPts val="1200"/>
              <a:buChar char="●"/>
              <a:defRPr sz="1200">
                <a:solidFill>
                  <a:schemeClr val="dk1"/>
                </a:solidFill>
              </a:defRPr>
            </a:lvl7pPr>
            <a:lvl8pPr marL="3657600" lvl="7" indent="-304800">
              <a:spcBef>
                <a:spcPts val="0"/>
              </a:spcBef>
              <a:spcAft>
                <a:spcPts val="0"/>
              </a:spcAft>
              <a:buClr>
                <a:schemeClr val="dk1"/>
              </a:buClr>
              <a:buSzPts val="1200"/>
              <a:buChar char="○"/>
              <a:defRPr sz="1200">
                <a:solidFill>
                  <a:schemeClr val="dk1"/>
                </a:solidFill>
              </a:defRPr>
            </a:lvl8pPr>
            <a:lvl9pPr marL="4114800" lvl="8" indent="-304800">
              <a:spcBef>
                <a:spcPts val="0"/>
              </a:spcBef>
              <a:spcAft>
                <a:spcPts val="0"/>
              </a:spcAft>
              <a:buClr>
                <a:schemeClr val="dk1"/>
              </a:buClr>
              <a:buSzPts val="1200"/>
              <a:buChar char="■"/>
              <a:defRPr sz="1200">
                <a:solidFill>
                  <a:schemeClr val="dk1"/>
                </a:solidFill>
              </a:defRPr>
            </a:lvl9pPr>
          </a:lstStyle>
          <a:p>
            <a:endParaRPr/>
          </a:p>
        </p:txBody>
      </p:sp>
      <p:sp>
        <p:nvSpPr>
          <p:cNvPr id="10" name="Google Shape;17;p3">
            <a:extLst>
              <a:ext uri="{FF2B5EF4-FFF2-40B4-BE49-F238E27FC236}">
                <a16:creationId xmlns:a16="http://schemas.microsoft.com/office/drawing/2014/main" id="{48384F21-1DF1-B37A-E644-287DDAD1C2D6}"/>
              </a:ext>
            </a:extLst>
          </p:cNvPr>
          <p:cNvSpPr txBox="1">
            <a:spLocks noGrp="1"/>
          </p:cNvSpPr>
          <p:nvPr>
            <p:ph type="body" idx="2"/>
          </p:nvPr>
        </p:nvSpPr>
        <p:spPr>
          <a:xfrm>
            <a:off x="6317750" y="2345700"/>
            <a:ext cx="16719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11" name="Google Shape;21;p3">
            <a:extLst>
              <a:ext uri="{FF2B5EF4-FFF2-40B4-BE49-F238E27FC236}">
                <a16:creationId xmlns:a16="http://schemas.microsoft.com/office/drawing/2014/main" id="{8EED72A3-0EE3-D5E4-2C65-B756DE4A13DA}"/>
              </a:ext>
            </a:extLst>
          </p:cNvPr>
          <p:cNvSpPr/>
          <p:nvPr userDrawn="1"/>
        </p:nvSpPr>
        <p:spPr>
          <a:xfrm>
            <a:off x="4645850" y="2105925"/>
            <a:ext cx="3305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p3">
            <a:extLst>
              <a:ext uri="{FF2B5EF4-FFF2-40B4-BE49-F238E27FC236}">
                <a16:creationId xmlns:a16="http://schemas.microsoft.com/office/drawing/2014/main" id="{83734040-A31E-D359-84A2-3FD628561D14}"/>
              </a:ext>
            </a:extLst>
          </p:cNvPr>
          <p:cNvSpPr txBox="1">
            <a:spLocks noGrp="1"/>
          </p:cNvSpPr>
          <p:nvPr>
            <p:ph type="title"/>
          </p:nvPr>
        </p:nvSpPr>
        <p:spPr>
          <a:xfrm>
            <a:off x="877550" y="1174125"/>
            <a:ext cx="3768300" cy="2392800"/>
          </a:xfrm>
          <a:prstGeom prst="rect">
            <a:avLst/>
          </a:prstGeom>
        </p:spPr>
        <p:txBody>
          <a:bodyPr spcFirstLastPara="1" wrap="square" lIns="91425" tIns="91425" rIns="91425" bIns="91425" anchor="t" anchorCtr="0">
            <a:normAutofit/>
          </a:bodyPr>
          <a:lstStyle>
            <a:lvl1pPr lvl="0">
              <a:spcBef>
                <a:spcPts val="0"/>
              </a:spcBef>
              <a:spcAft>
                <a:spcPts val="0"/>
              </a:spcAft>
              <a:buSzPts val="4600"/>
              <a:buNone/>
              <a:defRPr sz="4600"/>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a:endParaRPr dirty="0"/>
          </a:p>
        </p:txBody>
      </p:sp>
      <p:sp>
        <p:nvSpPr>
          <p:cNvPr id="13" name="Google Shape;20;p3">
            <a:extLst>
              <a:ext uri="{FF2B5EF4-FFF2-40B4-BE49-F238E27FC236}">
                <a16:creationId xmlns:a16="http://schemas.microsoft.com/office/drawing/2014/main" id="{83331B86-E697-C57A-5DF5-7A3DD2DC1C02}"/>
              </a:ext>
            </a:extLst>
          </p:cNvPr>
          <p:cNvSpPr txBox="1">
            <a:spLocks noGrp="1"/>
          </p:cNvSpPr>
          <p:nvPr>
            <p:ph type="subTitle" idx="3"/>
          </p:nvPr>
        </p:nvSpPr>
        <p:spPr>
          <a:xfrm>
            <a:off x="311700" y="155263"/>
            <a:ext cx="3768300" cy="393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dirty="0"/>
          </a:p>
        </p:txBody>
      </p:sp>
    </p:spTree>
    <p:extLst>
      <p:ext uri="{BB962C8B-B14F-4D97-AF65-F5344CB8AC3E}">
        <p14:creationId xmlns:p14="http://schemas.microsoft.com/office/powerpoint/2010/main" val="370028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Google Shape;19;p3">
            <a:extLst>
              <a:ext uri="{FF2B5EF4-FFF2-40B4-BE49-F238E27FC236}">
                <a16:creationId xmlns:a16="http://schemas.microsoft.com/office/drawing/2014/main" id="{50C46F2D-49A4-96A7-AFF7-D77D4FFF9B63}"/>
              </a:ext>
            </a:extLst>
          </p:cNvPr>
          <p:cNvSpPr txBox="1">
            <a:spLocks/>
          </p:cNvSpPr>
          <p:nvPr userDrawn="1"/>
        </p:nvSpPr>
        <p:spPr>
          <a:xfrm>
            <a:off x="8472458" y="106692"/>
            <a:ext cx="548700" cy="393600"/>
          </a:xfrm>
          <a:prstGeom prst="rect">
            <a:avLst/>
          </a:prstGeom>
        </p:spPr>
        <p:txBody>
          <a:bodyPr spcFirstLastPara="1" vert="horz" wrap="square" lIns="91425" tIns="91425" rIns="91425" bIns="91425" rtlCol="0" anchor="ctr" anchorCtr="0">
            <a:normAutofit/>
          </a:bodyPr>
          <a:lstStyle>
            <a:defPPr>
              <a:defRPr lang="en-US"/>
            </a:defPPr>
            <a:lvl1pPr marL="0" lvl="0" algn="r" defTabSz="457200" rtl="0" eaLnBrk="1" latinLnBrk="0" hangingPunct="1">
              <a:buNone/>
              <a:defRPr sz="900" kern="1200">
                <a:solidFill>
                  <a:schemeClr val="accent5"/>
                </a:solidFill>
                <a:latin typeface="+mn-lt"/>
                <a:ea typeface="+mn-ea"/>
                <a:cs typeface="+mn-cs"/>
              </a:defRPr>
            </a:lvl1pPr>
            <a:lvl2pPr marL="457200" lvl="1" algn="l" defTabSz="457200" rtl="0" eaLnBrk="1" latinLnBrk="0" hangingPunct="1">
              <a:buNone/>
              <a:defRPr sz="1800" kern="1200">
                <a:solidFill>
                  <a:schemeClr val="accent5"/>
                </a:solidFill>
                <a:latin typeface="+mn-lt"/>
                <a:ea typeface="+mn-ea"/>
                <a:cs typeface="+mn-cs"/>
              </a:defRPr>
            </a:lvl2pPr>
            <a:lvl3pPr marL="914400" lvl="2" algn="l" defTabSz="457200" rtl="0" eaLnBrk="1" latinLnBrk="0" hangingPunct="1">
              <a:buNone/>
              <a:defRPr sz="1800" kern="1200">
                <a:solidFill>
                  <a:schemeClr val="accent5"/>
                </a:solidFill>
                <a:latin typeface="+mn-lt"/>
                <a:ea typeface="+mn-ea"/>
                <a:cs typeface="+mn-cs"/>
              </a:defRPr>
            </a:lvl3pPr>
            <a:lvl4pPr marL="1371600" lvl="3" algn="l" defTabSz="457200" rtl="0" eaLnBrk="1" latinLnBrk="0" hangingPunct="1">
              <a:buNone/>
              <a:defRPr sz="1800" kern="1200">
                <a:solidFill>
                  <a:schemeClr val="accent5"/>
                </a:solidFill>
                <a:latin typeface="+mn-lt"/>
                <a:ea typeface="+mn-ea"/>
                <a:cs typeface="+mn-cs"/>
              </a:defRPr>
            </a:lvl4pPr>
            <a:lvl5pPr marL="1828800" lvl="4" algn="l" defTabSz="457200" rtl="0" eaLnBrk="1" latinLnBrk="0" hangingPunct="1">
              <a:buNone/>
              <a:defRPr sz="1800" kern="1200">
                <a:solidFill>
                  <a:schemeClr val="accent5"/>
                </a:solidFill>
                <a:latin typeface="+mn-lt"/>
                <a:ea typeface="+mn-ea"/>
                <a:cs typeface="+mn-cs"/>
              </a:defRPr>
            </a:lvl5pPr>
            <a:lvl6pPr marL="2286000" lvl="5" algn="l" defTabSz="457200" rtl="0" eaLnBrk="1" latinLnBrk="0" hangingPunct="1">
              <a:buNone/>
              <a:defRPr sz="1800" kern="1200">
                <a:solidFill>
                  <a:schemeClr val="accent5"/>
                </a:solidFill>
                <a:latin typeface="+mn-lt"/>
                <a:ea typeface="+mn-ea"/>
                <a:cs typeface="+mn-cs"/>
              </a:defRPr>
            </a:lvl6pPr>
            <a:lvl7pPr marL="2743200" lvl="6" algn="l" defTabSz="457200" rtl="0" eaLnBrk="1" latinLnBrk="0" hangingPunct="1">
              <a:buNone/>
              <a:defRPr sz="1800" kern="1200">
                <a:solidFill>
                  <a:schemeClr val="accent5"/>
                </a:solidFill>
                <a:latin typeface="+mn-lt"/>
                <a:ea typeface="+mn-ea"/>
                <a:cs typeface="+mn-cs"/>
              </a:defRPr>
            </a:lvl7pPr>
            <a:lvl8pPr marL="3200400" lvl="7" algn="l" defTabSz="457200" rtl="0" eaLnBrk="1" latinLnBrk="0" hangingPunct="1">
              <a:buNone/>
              <a:defRPr sz="1800" kern="1200">
                <a:solidFill>
                  <a:schemeClr val="accent5"/>
                </a:solidFill>
                <a:latin typeface="+mn-lt"/>
                <a:ea typeface="+mn-ea"/>
                <a:cs typeface="+mn-cs"/>
              </a:defRPr>
            </a:lvl8pPr>
            <a:lvl9pPr marL="3657600" lvl="8" algn="l" defTabSz="457200" rtl="0" eaLnBrk="1" latinLnBrk="0" hangingPunct="1">
              <a:buNone/>
              <a:defRPr sz="1800" kern="1200">
                <a:solidFill>
                  <a:schemeClr val="accent5"/>
                </a:solidFill>
                <a:latin typeface="+mn-lt"/>
                <a:ea typeface="+mn-ea"/>
                <a:cs typeface="+mn-cs"/>
              </a:defRPr>
            </a:lvl9pPr>
          </a:lstStyle>
          <a:p>
            <a:fld id="{00000000-1234-1234-1234-123412341234}" type="slidenum">
              <a:rPr lang="en" sz="1000" smtClean="0">
                <a:solidFill>
                  <a:schemeClr val="accent4"/>
                </a:solidFill>
              </a:rPr>
              <a:pPr/>
              <a:t>‹#›</a:t>
            </a:fld>
            <a:endParaRPr lang="en" sz="1000" dirty="0">
              <a:solidFill>
                <a:schemeClr val="accent4"/>
              </a:solidFill>
            </a:endParaRPr>
          </a:p>
        </p:txBody>
      </p:sp>
      <p:sp>
        <p:nvSpPr>
          <p:cNvPr id="12" name="Google Shape;18;p3">
            <a:extLst>
              <a:ext uri="{FF2B5EF4-FFF2-40B4-BE49-F238E27FC236}">
                <a16:creationId xmlns:a16="http://schemas.microsoft.com/office/drawing/2014/main" id="{CE48AD86-06AE-F0DF-C59E-6DCF5A039A70}"/>
              </a:ext>
            </a:extLst>
          </p:cNvPr>
          <p:cNvSpPr txBox="1">
            <a:spLocks noGrp="1"/>
          </p:cNvSpPr>
          <p:nvPr>
            <p:ph type="title"/>
          </p:nvPr>
        </p:nvSpPr>
        <p:spPr>
          <a:xfrm>
            <a:off x="877549" y="1174125"/>
            <a:ext cx="6740209" cy="1508563"/>
          </a:xfrm>
          <a:prstGeom prst="rect">
            <a:avLst/>
          </a:prstGeom>
        </p:spPr>
        <p:txBody>
          <a:bodyPr spcFirstLastPara="1" wrap="square" lIns="91425" tIns="91425" rIns="91425" bIns="91425" anchor="t" anchorCtr="0">
            <a:normAutofit/>
          </a:bodyPr>
          <a:lstStyle>
            <a:lvl1pPr lvl="0">
              <a:spcBef>
                <a:spcPts val="0"/>
              </a:spcBef>
              <a:spcAft>
                <a:spcPts val="0"/>
              </a:spcAft>
              <a:buSzPts val="4600"/>
              <a:buNone/>
              <a:defRPr sz="4600"/>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a:endParaRPr dirty="0"/>
          </a:p>
        </p:txBody>
      </p:sp>
      <p:sp>
        <p:nvSpPr>
          <p:cNvPr id="13" name="Google Shape;25;p4">
            <a:extLst>
              <a:ext uri="{FF2B5EF4-FFF2-40B4-BE49-F238E27FC236}">
                <a16:creationId xmlns:a16="http://schemas.microsoft.com/office/drawing/2014/main" id="{3714FB79-08AD-C1B7-DEE0-AD3CF1338A04}"/>
              </a:ext>
            </a:extLst>
          </p:cNvPr>
          <p:cNvSpPr txBox="1">
            <a:spLocks noGrp="1"/>
          </p:cNvSpPr>
          <p:nvPr>
            <p:ph type="body" idx="2"/>
          </p:nvPr>
        </p:nvSpPr>
        <p:spPr>
          <a:xfrm>
            <a:off x="1601850" y="2770900"/>
            <a:ext cx="25983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dirty="0"/>
          </a:p>
        </p:txBody>
      </p:sp>
      <p:cxnSp>
        <p:nvCxnSpPr>
          <p:cNvPr id="14" name="Google Shape;26;p4">
            <a:extLst>
              <a:ext uri="{FF2B5EF4-FFF2-40B4-BE49-F238E27FC236}">
                <a16:creationId xmlns:a16="http://schemas.microsoft.com/office/drawing/2014/main" id="{609B45E5-C98A-A6F1-2667-049571CC1AE5}"/>
              </a:ext>
            </a:extLst>
          </p:cNvPr>
          <p:cNvCxnSpPr/>
          <p:nvPr userDrawn="1"/>
        </p:nvCxnSpPr>
        <p:spPr>
          <a:xfrm>
            <a:off x="4572000" y="2734725"/>
            <a:ext cx="0" cy="1852800"/>
          </a:xfrm>
          <a:prstGeom prst="straightConnector1">
            <a:avLst/>
          </a:prstGeom>
          <a:noFill/>
          <a:ln w="9525" cap="flat" cmpd="sng">
            <a:solidFill>
              <a:schemeClr val="dk2"/>
            </a:solidFill>
            <a:prstDash val="solid"/>
            <a:round/>
            <a:headEnd type="none" w="med" len="med"/>
            <a:tailEnd type="none" w="med" len="med"/>
          </a:ln>
        </p:spPr>
      </p:cxnSp>
      <p:sp>
        <p:nvSpPr>
          <p:cNvPr id="15" name="Google Shape;27;p4">
            <a:extLst>
              <a:ext uri="{FF2B5EF4-FFF2-40B4-BE49-F238E27FC236}">
                <a16:creationId xmlns:a16="http://schemas.microsoft.com/office/drawing/2014/main" id="{39748345-C6E3-1712-ABB1-5391BFFD66D7}"/>
              </a:ext>
            </a:extLst>
          </p:cNvPr>
          <p:cNvSpPr txBox="1">
            <a:spLocks noGrp="1"/>
          </p:cNvSpPr>
          <p:nvPr>
            <p:ph type="body" idx="10"/>
          </p:nvPr>
        </p:nvSpPr>
        <p:spPr>
          <a:xfrm>
            <a:off x="4954675" y="2770900"/>
            <a:ext cx="25983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16" name="Google Shape;20;p3">
            <a:extLst>
              <a:ext uri="{FF2B5EF4-FFF2-40B4-BE49-F238E27FC236}">
                <a16:creationId xmlns:a16="http://schemas.microsoft.com/office/drawing/2014/main" id="{59E9F962-8B82-6C82-3E58-CFDD5EC11832}"/>
              </a:ext>
            </a:extLst>
          </p:cNvPr>
          <p:cNvSpPr txBox="1">
            <a:spLocks noGrp="1"/>
          </p:cNvSpPr>
          <p:nvPr>
            <p:ph type="subTitle" idx="3"/>
          </p:nvPr>
        </p:nvSpPr>
        <p:spPr>
          <a:xfrm>
            <a:off x="311700" y="155263"/>
            <a:ext cx="3768300" cy="393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dirty="0"/>
          </a:p>
        </p:txBody>
      </p:sp>
    </p:spTree>
    <p:extLst>
      <p:ext uri="{BB962C8B-B14F-4D97-AF65-F5344CB8AC3E}">
        <p14:creationId xmlns:p14="http://schemas.microsoft.com/office/powerpoint/2010/main" val="598266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Google Shape;19;p3">
            <a:extLst>
              <a:ext uri="{FF2B5EF4-FFF2-40B4-BE49-F238E27FC236}">
                <a16:creationId xmlns:a16="http://schemas.microsoft.com/office/drawing/2014/main" id="{93FB9BB0-9914-0811-642C-0C0A0B93EEBA}"/>
              </a:ext>
            </a:extLst>
          </p:cNvPr>
          <p:cNvSpPr txBox="1">
            <a:spLocks/>
          </p:cNvSpPr>
          <p:nvPr userDrawn="1"/>
        </p:nvSpPr>
        <p:spPr>
          <a:xfrm>
            <a:off x="8472458" y="106692"/>
            <a:ext cx="548700" cy="393600"/>
          </a:xfrm>
          <a:prstGeom prst="rect">
            <a:avLst/>
          </a:prstGeom>
        </p:spPr>
        <p:txBody>
          <a:bodyPr spcFirstLastPara="1" vert="horz" wrap="square" lIns="91425" tIns="91425" rIns="91425" bIns="91425" rtlCol="0" anchor="ctr" anchorCtr="0">
            <a:normAutofit/>
          </a:bodyPr>
          <a:lstStyle>
            <a:defPPr>
              <a:defRPr lang="en-US"/>
            </a:defPPr>
            <a:lvl1pPr marL="0" lvl="0" algn="r" defTabSz="457200" rtl="0" eaLnBrk="1" latinLnBrk="0" hangingPunct="1">
              <a:buNone/>
              <a:defRPr sz="900" kern="1200">
                <a:solidFill>
                  <a:schemeClr val="accent5"/>
                </a:solidFill>
                <a:latin typeface="+mn-lt"/>
                <a:ea typeface="+mn-ea"/>
                <a:cs typeface="+mn-cs"/>
              </a:defRPr>
            </a:lvl1pPr>
            <a:lvl2pPr marL="457200" lvl="1" algn="l" defTabSz="457200" rtl="0" eaLnBrk="1" latinLnBrk="0" hangingPunct="1">
              <a:buNone/>
              <a:defRPr sz="1800" kern="1200">
                <a:solidFill>
                  <a:schemeClr val="accent5"/>
                </a:solidFill>
                <a:latin typeface="+mn-lt"/>
                <a:ea typeface="+mn-ea"/>
                <a:cs typeface="+mn-cs"/>
              </a:defRPr>
            </a:lvl2pPr>
            <a:lvl3pPr marL="914400" lvl="2" algn="l" defTabSz="457200" rtl="0" eaLnBrk="1" latinLnBrk="0" hangingPunct="1">
              <a:buNone/>
              <a:defRPr sz="1800" kern="1200">
                <a:solidFill>
                  <a:schemeClr val="accent5"/>
                </a:solidFill>
                <a:latin typeface="+mn-lt"/>
                <a:ea typeface="+mn-ea"/>
                <a:cs typeface="+mn-cs"/>
              </a:defRPr>
            </a:lvl3pPr>
            <a:lvl4pPr marL="1371600" lvl="3" algn="l" defTabSz="457200" rtl="0" eaLnBrk="1" latinLnBrk="0" hangingPunct="1">
              <a:buNone/>
              <a:defRPr sz="1800" kern="1200">
                <a:solidFill>
                  <a:schemeClr val="accent5"/>
                </a:solidFill>
                <a:latin typeface="+mn-lt"/>
                <a:ea typeface="+mn-ea"/>
                <a:cs typeface="+mn-cs"/>
              </a:defRPr>
            </a:lvl4pPr>
            <a:lvl5pPr marL="1828800" lvl="4" algn="l" defTabSz="457200" rtl="0" eaLnBrk="1" latinLnBrk="0" hangingPunct="1">
              <a:buNone/>
              <a:defRPr sz="1800" kern="1200">
                <a:solidFill>
                  <a:schemeClr val="accent5"/>
                </a:solidFill>
                <a:latin typeface="+mn-lt"/>
                <a:ea typeface="+mn-ea"/>
                <a:cs typeface="+mn-cs"/>
              </a:defRPr>
            </a:lvl5pPr>
            <a:lvl6pPr marL="2286000" lvl="5" algn="l" defTabSz="457200" rtl="0" eaLnBrk="1" latinLnBrk="0" hangingPunct="1">
              <a:buNone/>
              <a:defRPr sz="1800" kern="1200">
                <a:solidFill>
                  <a:schemeClr val="accent5"/>
                </a:solidFill>
                <a:latin typeface="+mn-lt"/>
                <a:ea typeface="+mn-ea"/>
                <a:cs typeface="+mn-cs"/>
              </a:defRPr>
            </a:lvl6pPr>
            <a:lvl7pPr marL="2743200" lvl="6" algn="l" defTabSz="457200" rtl="0" eaLnBrk="1" latinLnBrk="0" hangingPunct="1">
              <a:buNone/>
              <a:defRPr sz="1800" kern="1200">
                <a:solidFill>
                  <a:schemeClr val="accent5"/>
                </a:solidFill>
                <a:latin typeface="+mn-lt"/>
                <a:ea typeface="+mn-ea"/>
                <a:cs typeface="+mn-cs"/>
              </a:defRPr>
            </a:lvl7pPr>
            <a:lvl8pPr marL="3200400" lvl="7" algn="l" defTabSz="457200" rtl="0" eaLnBrk="1" latinLnBrk="0" hangingPunct="1">
              <a:buNone/>
              <a:defRPr sz="1800" kern="1200">
                <a:solidFill>
                  <a:schemeClr val="accent5"/>
                </a:solidFill>
                <a:latin typeface="+mn-lt"/>
                <a:ea typeface="+mn-ea"/>
                <a:cs typeface="+mn-cs"/>
              </a:defRPr>
            </a:lvl8pPr>
            <a:lvl9pPr marL="3657600" lvl="8" algn="l" defTabSz="457200" rtl="0" eaLnBrk="1" latinLnBrk="0" hangingPunct="1">
              <a:buNone/>
              <a:defRPr sz="1800" kern="1200">
                <a:solidFill>
                  <a:schemeClr val="accent5"/>
                </a:solidFill>
                <a:latin typeface="+mn-lt"/>
                <a:ea typeface="+mn-ea"/>
                <a:cs typeface="+mn-cs"/>
              </a:defRPr>
            </a:lvl9pPr>
          </a:lstStyle>
          <a:p>
            <a:fld id="{00000000-1234-1234-1234-123412341234}" type="slidenum">
              <a:rPr lang="en" sz="1000" smtClean="0">
                <a:solidFill>
                  <a:schemeClr val="accent4"/>
                </a:solidFill>
              </a:rPr>
              <a:pPr/>
              <a:t>‹#›</a:t>
            </a:fld>
            <a:endParaRPr lang="en" sz="1000" dirty="0">
              <a:solidFill>
                <a:schemeClr val="accent4"/>
              </a:solidFill>
            </a:endParaRPr>
          </a:p>
        </p:txBody>
      </p:sp>
      <p:sp>
        <p:nvSpPr>
          <p:cNvPr id="14" name="Google Shape;20;p3">
            <a:extLst>
              <a:ext uri="{FF2B5EF4-FFF2-40B4-BE49-F238E27FC236}">
                <a16:creationId xmlns:a16="http://schemas.microsoft.com/office/drawing/2014/main" id="{B129F685-225F-16AE-0057-267017D82A2F}"/>
              </a:ext>
            </a:extLst>
          </p:cNvPr>
          <p:cNvSpPr txBox="1">
            <a:spLocks noGrp="1"/>
          </p:cNvSpPr>
          <p:nvPr>
            <p:ph type="subTitle" idx="3"/>
          </p:nvPr>
        </p:nvSpPr>
        <p:spPr>
          <a:xfrm>
            <a:off x="311700" y="155263"/>
            <a:ext cx="3768300" cy="393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dirty="0"/>
          </a:p>
        </p:txBody>
      </p:sp>
      <p:sp>
        <p:nvSpPr>
          <p:cNvPr id="15" name="Google Shape;30;p5">
            <a:extLst>
              <a:ext uri="{FF2B5EF4-FFF2-40B4-BE49-F238E27FC236}">
                <a16:creationId xmlns:a16="http://schemas.microsoft.com/office/drawing/2014/main" id="{8C67608D-A9A5-9F16-FA83-30A2FED68F47}"/>
              </a:ext>
            </a:extLst>
          </p:cNvPr>
          <p:cNvSpPr txBox="1">
            <a:spLocks noGrp="1"/>
          </p:cNvSpPr>
          <p:nvPr>
            <p:ph type="body" idx="1"/>
          </p:nvPr>
        </p:nvSpPr>
        <p:spPr>
          <a:xfrm>
            <a:off x="4080000" y="2483800"/>
            <a:ext cx="18288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16" name="Google Shape;31;p5">
            <a:extLst>
              <a:ext uri="{FF2B5EF4-FFF2-40B4-BE49-F238E27FC236}">
                <a16:creationId xmlns:a16="http://schemas.microsoft.com/office/drawing/2014/main" id="{767FDF42-17C2-F764-8BB6-BF7854BD9ACA}"/>
              </a:ext>
            </a:extLst>
          </p:cNvPr>
          <p:cNvSpPr txBox="1">
            <a:spLocks noGrp="1"/>
          </p:cNvSpPr>
          <p:nvPr>
            <p:ph type="body" idx="2"/>
          </p:nvPr>
        </p:nvSpPr>
        <p:spPr>
          <a:xfrm>
            <a:off x="6338850" y="2483800"/>
            <a:ext cx="18288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dirty="0"/>
          </a:p>
        </p:txBody>
      </p:sp>
      <p:sp>
        <p:nvSpPr>
          <p:cNvPr id="17" name="Google Shape;33;p5">
            <a:extLst>
              <a:ext uri="{FF2B5EF4-FFF2-40B4-BE49-F238E27FC236}">
                <a16:creationId xmlns:a16="http://schemas.microsoft.com/office/drawing/2014/main" id="{EAA93405-AD46-3BB6-D7DC-DB474D87EBAF}"/>
              </a:ext>
            </a:extLst>
          </p:cNvPr>
          <p:cNvSpPr txBox="1">
            <a:spLocks noGrp="1"/>
          </p:cNvSpPr>
          <p:nvPr>
            <p:ph type="title"/>
          </p:nvPr>
        </p:nvSpPr>
        <p:spPr>
          <a:xfrm>
            <a:off x="686950" y="1081900"/>
            <a:ext cx="2562600" cy="3714300"/>
          </a:xfrm>
          <a:prstGeom prst="rect">
            <a:avLst/>
          </a:prstGeom>
        </p:spPr>
        <p:txBody>
          <a:bodyPr spcFirstLastPara="1" wrap="square" lIns="91425" tIns="91425" rIns="91425" bIns="91425" anchor="t" anchorCtr="0">
            <a:normAutofit/>
          </a:bodyPr>
          <a:lstStyle>
            <a:lvl1pPr lvl="0" rtl="0">
              <a:spcBef>
                <a:spcPts val="0"/>
              </a:spcBef>
              <a:spcAft>
                <a:spcPts val="0"/>
              </a:spcAft>
              <a:buSzPts val="4600"/>
              <a:buNone/>
              <a:defRPr sz="4600"/>
            </a:lvl1pPr>
            <a:lvl2pPr lvl="1" rtl="0">
              <a:spcBef>
                <a:spcPts val="0"/>
              </a:spcBef>
              <a:spcAft>
                <a:spcPts val="0"/>
              </a:spcAft>
              <a:buSzPts val="4600"/>
              <a:buNone/>
              <a:defRPr sz="4600"/>
            </a:lvl2pPr>
            <a:lvl3pPr lvl="2" rtl="0">
              <a:spcBef>
                <a:spcPts val="0"/>
              </a:spcBef>
              <a:spcAft>
                <a:spcPts val="0"/>
              </a:spcAft>
              <a:buSzPts val="4600"/>
              <a:buNone/>
              <a:defRPr sz="4600"/>
            </a:lvl3pPr>
            <a:lvl4pPr lvl="3" rtl="0">
              <a:spcBef>
                <a:spcPts val="0"/>
              </a:spcBef>
              <a:spcAft>
                <a:spcPts val="0"/>
              </a:spcAft>
              <a:buSzPts val="4600"/>
              <a:buNone/>
              <a:defRPr sz="4600"/>
            </a:lvl4pPr>
            <a:lvl5pPr lvl="4" rtl="0">
              <a:spcBef>
                <a:spcPts val="0"/>
              </a:spcBef>
              <a:spcAft>
                <a:spcPts val="0"/>
              </a:spcAft>
              <a:buSzPts val="4600"/>
              <a:buNone/>
              <a:defRPr sz="4600"/>
            </a:lvl5pPr>
            <a:lvl6pPr lvl="5" rtl="0">
              <a:spcBef>
                <a:spcPts val="0"/>
              </a:spcBef>
              <a:spcAft>
                <a:spcPts val="0"/>
              </a:spcAft>
              <a:buSzPts val="4600"/>
              <a:buNone/>
              <a:defRPr sz="4600"/>
            </a:lvl6pPr>
            <a:lvl7pPr lvl="6" rtl="0">
              <a:spcBef>
                <a:spcPts val="0"/>
              </a:spcBef>
              <a:spcAft>
                <a:spcPts val="0"/>
              </a:spcAft>
              <a:buSzPts val="4600"/>
              <a:buNone/>
              <a:defRPr sz="4600"/>
            </a:lvl7pPr>
            <a:lvl8pPr lvl="7" rtl="0">
              <a:spcBef>
                <a:spcPts val="0"/>
              </a:spcBef>
              <a:spcAft>
                <a:spcPts val="0"/>
              </a:spcAft>
              <a:buSzPts val="4600"/>
              <a:buNone/>
              <a:defRPr sz="4600"/>
            </a:lvl8pPr>
            <a:lvl9pPr lvl="8" rtl="0">
              <a:spcBef>
                <a:spcPts val="0"/>
              </a:spcBef>
              <a:spcAft>
                <a:spcPts val="0"/>
              </a:spcAft>
              <a:buSzPts val="4600"/>
              <a:buNone/>
              <a:defRPr sz="4600"/>
            </a:lvl9pPr>
          </a:lstStyle>
          <a:p>
            <a:endParaRPr dirty="0"/>
          </a:p>
        </p:txBody>
      </p:sp>
      <p:sp>
        <p:nvSpPr>
          <p:cNvPr id="18" name="Google Shape;34;p5">
            <a:extLst>
              <a:ext uri="{FF2B5EF4-FFF2-40B4-BE49-F238E27FC236}">
                <a16:creationId xmlns:a16="http://schemas.microsoft.com/office/drawing/2014/main" id="{981C8786-BA15-9B86-D562-5F6505701A97}"/>
              </a:ext>
            </a:extLst>
          </p:cNvPr>
          <p:cNvSpPr>
            <a:spLocks noGrp="1"/>
          </p:cNvSpPr>
          <p:nvPr>
            <p:ph type="pic" idx="4"/>
          </p:nvPr>
        </p:nvSpPr>
        <p:spPr>
          <a:xfrm>
            <a:off x="4284525" y="1103600"/>
            <a:ext cx="1107000" cy="1107000"/>
          </a:xfrm>
          <a:prstGeom prst="ellipse">
            <a:avLst/>
          </a:prstGeom>
          <a:noFill/>
          <a:ln>
            <a:noFill/>
          </a:ln>
        </p:spPr>
      </p:sp>
      <p:sp>
        <p:nvSpPr>
          <p:cNvPr id="19" name="Google Shape;35;p5">
            <a:extLst>
              <a:ext uri="{FF2B5EF4-FFF2-40B4-BE49-F238E27FC236}">
                <a16:creationId xmlns:a16="http://schemas.microsoft.com/office/drawing/2014/main" id="{0F406BBD-F44C-F8DD-F63C-DF4C055F272A}"/>
              </a:ext>
            </a:extLst>
          </p:cNvPr>
          <p:cNvSpPr>
            <a:spLocks noGrp="1"/>
          </p:cNvSpPr>
          <p:nvPr>
            <p:ph type="pic" idx="5"/>
          </p:nvPr>
        </p:nvSpPr>
        <p:spPr>
          <a:xfrm>
            <a:off x="6543375" y="1103600"/>
            <a:ext cx="1107000" cy="1107000"/>
          </a:xfrm>
          <a:prstGeom prst="ellipse">
            <a:avLst/>
          </a:prstGeom>
          <a:noFill/>
          <a:ln>
            <a:noFill/>
          </a:ln>
        </p:spPr>
      </p:sp>
    </p:spTree>
    <p:extLst>
      <p:ext uri="{BB962C8B-B14F-4D97-AF65-F5344CB8AC3E}">
        <p14:creationId xmlns:p14="http://schemas.microsoft.com/office/powerpoint/2010/main" val="1352614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Google Shape;38;p6">
            <a:extLst>
              <a:ext uri="{FF2B5EF4-FFF2-40B4-BE49-F238E27FC236}">
                <a16:creationId xmlns:a16="http://schemas.microsoft.com/office/drawing/2014/main" id="{1EBD7668-1CAE-E06C-3937-E192244DE47E}"/>
              </a:ext>
            </a:extLst>
          </p:cNvPr>
          <p:cNvSpPr txBox="1">
            <a:spLocks noGrp="1"/>
          </p:cNvSpPr>
          <p:nvPr>
            <p:ph type="body" idx="1"/>
          </p:nvPr>
        </p:nvSpPr>
        <p:spPr>
          <a:xfrm>
            <a:off x="4080000" y="2560000"/>
            <a:ext cx="18288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11" name="Google Shape;39;p6">
            <a:extLst>
              <a:ext uri="{FF2B5EF4-FFF2-40B4-BE49-F238E27FC236}">
                <a16:creationId xmlns:a16="http://schemas.microsoft.com/office/drawing/2014/main" id="{9040D75A-789E-4EBA-DA85-A6D2387EA5EE}"/>
              </a:ext>
            </a:extLst>
          </p:cNvPr>
          <p:cNvSpPr txBox="1">
            <a:spLocks noGrp="1"/>
          </p:cNvSpPr>
          <p:nvPr>
            <p:ph type="body" idx="2"/>
          </p:nvPr>
        </p:nvSpPr>
        <p:spPr>
          <a:xfrm>
            <a:off x="6338850" y="2560000"/>
            <a:ext cx="18288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12" name="Google Shape;41;p6">
            <a:extLst>
              <a:ext uri="{FF2B5EF4-FFF2-40B4-BE49-F238E27FC236}">
                <a16:creationId xmlns:a16="http://schemas.microsoft.com/office/drawing/2014/main" id="{AB76BA67-9FDC-2A87-3735-7790633F5E8E}"/>
              </a:ext>
            </a:extLst>
          </p:cNvPr>
          <p:cNvSpPr>
            <a:spLocks noGrp="1"/>
          </p:cNvSpPr>
          <p:nvPr>
            <p:ph type="pic" idx="4"/>
          </p:nvPr>
        </p:nvSpPr>
        <p:spPr>
          <a:xfrm>
            <a:off x="4049850" y="1080100"/>
            <a:ext cx="1889100" cy="1251300"/>
          </a:xfrm>
          <a:prstGeom prst="rect">
            <a:avLst/>
          </a:prstGeom>
          <a:noFill/>
          <a:ln>
            <a:noFill/>
          </a:ln>
        </p:spPr>
      </p:sp>
      <p:sp>
        <p:nvSpPr>
          <p:cNvPr id="13" name="Google Shape;42;p6">
            <a:extLst>
              <a:ext uri="{FF2B5EF4-FFF2-40B4-BE49-F238E27FC236}">
                <a16:creationId xmlns:a16="http://schemas.microsoft.com/office/drawing/2014/main" id="{797C117C-38FA-D39A-0893-B5E95BEB8F93}"/>
              </a:ext>
            </a:extLst>
          </p:cNvPr>
          <p:cNvSpPr>
            <a:spLocks noGrp="1"/>
          </p:cNvSpPr>
          <p:nvPr>
            <p:ph type="pic" idx="5"/>
          </p:nvPr>
        </p:nvSpPr>
        <p:spPr>
          <a:xfrm>
            <a:off x="6308700" y="1080100"/>
            <a:ext cx="1889100" cy="1251300"/>
          </a:xfrm>
          <a:prstGeom prst="rect">
            <a:avLst/>
          </a:prstGeom>
          <a:noFill/>
          <a:ln>
            <a:noFill/>
          </a:ln>
        </p:spPr>
      </p:sp>
      <p:sp>
        <p:nvSpPr>
          <p:cNvPr id="14" name="Google Shape;44;p6">
            <a:extLst>
              <a:ext uri="{FF2B5EF4-FFF2-40B4-BE49-F238E27FC236}">
                <a16:creationId xmlns:a16="http://schemas.microsoft.com/office/drawing/2014/main" id="{7ADDA1FD-CAE0-6D77-FAD4-FCF48C0048CA}"/>
              </a:ext>
            </a:extLst>
          </p:cNvPr>
          <p:cNvSpPr txBox="1">
            <a:spLocks noGrp="1"/>
          </p:cNvSpPr>
          <p:nvPr>
            <p:ph type="title"/>
          </p:nvPr>
        </p:nvSpPr>
        <p:spPr>
          <a:xfrm>
            <a:off x="686950" y="1081900"/>
            <a:ext cx="2562600" cy="3714300"/>
          </a:xfrm>
          <a:prstGeom prst="rect">
            <a:avLst/>
          </a:prstGeom>
        </p:spPr>
        <p:txBody>
          <a:bodyPr spcFirstLastPara="1" wrap="square" lIns="91425" tIns="91425" rIns="91425" bIns="91425" anchor="t" anchorCtr="0">
            <a:normAutofit/>
          </a:bodyPr>
          <a:lstStyle>
            <a:lvl1pPr lvl="0" rtl="0">
              <a:spcBef>
                <a:spcPts val="0"/>
              </a:spcBef>
              <a:spcAft>
                <a:spcPts val="0"/>
              </a:spcAft>
              <a:buSzPts val="4600"/>
              <a:buNone/>
              <a:defRPr sz="4600"/>
            </a:lvl1pPr>
            <a:lvl2pPr lvl="1" rtl="0">
              <a:spcBef>
                <a:spcPts val="0"/>
              </a:spcBef>
              <a:spcAft>
                <a:spcPts val="0"/>
              </a:spcAft>
              <a:buSzPts val="4600"/>
              <a:buNone/>
              <a:defRPr sz="4600"/>
            </a:lvl2pPr>
            <a:lvl3pPr lvl="2" rtl="0">
              <a:spcBef>
                <a:spcPts val="0"/>
              </a:spcBef>
              <a:spcAft>
                <a:spcPts val="0"/>
              </a:spcAft>
              <a:buSzPts val="4600"/>
              <a:buNone/>
              <a:defRPr sz="4600"/>
            </a:lvl3pPr>
            <a:lvl4pPr lvl="3" rtl="0">
              <a:spcBef>
                <a:spcPts val="0"/>
              </a:spcBef>
              <a:spcAft>
                <a:spcPts val="0"/>
              </a:spcAft>
              <a:buSzPts val="4600"/>
              <a:buNone/>
              <a:defRPr sz="4600"/>
            </a:lvl4pPr>
            <a:lvl5pPr lvl="4" rtl="0">
              <a:spcBef>
                <a:spcPts val="0"/>
              </a:spcBef>
              <a:spcAft>
                <a:spcPts val="0"/>
              </a:spcAft>
              <a:buSzPts val="4600"/>
              <a:buNone/>
              <a:defRPr sz="4600"/>
            </a:lvl5pPr>
            <a:lvl6pPr lvl="5" rtl="0">
              <a:spcBef>
                <a:spcPts val="0"/>
              </a:spcBef>
              <a:spcAft>
                <a:spcPts val="0"/>
              </a:spcAft>
              <a:buSzPts val="4600"/>
              <a:buNone/>
              <a:defRPr sz="4600"/>
            </a:lvl6pPr>
            <a:lvl7pPr lvl="6" rtl="0">
              <a:spcBef>
                <a:spcPts val="0"/>
              </a:spcBef>
              <a:spcAft>
                <a:spcPts val="0"/>
              </a:spcAft>
              <a:buSzPts val="4600"/>
              <a:buNone/>
              <a:defRPr sz="4600"/>
            </a:lvl7pPr>
            <a:lvl8pPr lvl="7" rtl="0">
              <a:spcBef>
                <a:spcPts val="0"/>
              </a:spcBef>
              <a:spcAft>
                <a:spcPts val="0"/>
              </a:spcAft>
              <a:buSzPts val="4600"/>
              <a:buNone/>
              <a:defRPr sz="4600"/>
            </a:lvl8pPr>
            <a:lvl9pPr lvl="8" rtl="0">
              <a:spcBef>
                <a:spcPts val="0"/>
              </a:spcBef>
              <a:spcAft>
                <a:spcPts val="0"/>
              </a:spcAft>
              <a:buSzPts val="4600"/>
              <a:buNone/>
              <a:defRPr sz="4600"/>
            </a:lvl9pPr>
          </a:lstStyle>
          <a:p>
            <a:endParaRPr/>
          </a:p>
        </p:txBody>
      </p:sp>
      <p:sp>
        <p:nvSpPr>
          <p:cNvPr id="15" name="Google Shape;19;p3">
            <a:extLst>
              <a:ext uri="{FF2B5EF4-FFF2-40B4-BE49-F238E27FC236}">
                <a16:creationId xmlns:a16="http://schemas.microsoft.com/office/drawing/2014/main" id="{51313C6D-4EEC-4947-E698-18CA1B57983B}"/>
              </a:ext>
            </a:extLst>
          </p:cNvPr>
          <p:cNvSpPr txBox="1">
            <a:spLocks/>
          </p:cNvSpPr>
          <p:nvPr userDrawn="1"/>
        </p:nvSpPr>
        <p:spPr>
          <a:xfrm>
            <a:off x="8472458" y="106692"/>
            <a:ext cx="548700" cy="393600"/>
          </a:xfrm>
          <a:prstGeom prst="rect">
            <a:avLst/>
          </a:prstGeom>
        </p:spPr>
        <p:txBody>
          <a:bodyPr spcFirstLastPara="1" vert="horz" wrap="square" lIns="91425" tIns="91425" rIns="91425" bIns="91425" rtlCol="0" anchor="ctr" anchorCtr="0">
            <a:normAutofit/>
          </a:bodyPr>
          <a:lstStyle>
            <a:defPPr>
              <a:defRPr lang="en-US"/>
            </a:defPPr>
            <a:lvl1pPr marL="0" lvl="0" algn="r" defTabSz="457200" rtl="0" eaLnBrk="1" latinLnBrk="0" hangingPunct="1">
              <a:buNone/>
              <a:defRPr sz="900" kern="1200">
                <a:solidFill>
                  <a:schemeClr val="accent5"/>
                </a:solidFill>
                <a:latin typeface="+mn-lt"/>
                <a:ea typeface="+mn-ea"/>
                <a:cs typeface="+mn-cs"/>
              </a:defRPr>
            </a:lvl1pPr>
            <a:lvl2pPr marL="457200" lvl="1" algn="l" defTabSz="457200" rtl="0" eaLnBrk="1" latinLnBrk="0" hangingPunct="1">
              <a:buNone/>
              <a:defRPr sz="1800" kern="1200">
                <a:solidFill>
                  <a:schemeClr val="accent5"/>
                </a:solidFill>
                <a:latin typeface="+mn-lt"/>
                <a:ea typeface="+mn-ea"/>
                <a:cs typeface="+mn-cs"/>
              </a:defRPr>
            </a:lvl2pPr>
            <a:lvl3pPr marL="914400" lvl="2" algn="l" defTabSz="457200" rtl="0" eaLnBrk="1" latinLnBrk="0" hangingPunct="1">
              <a:buNone/>
              <a:defRPr sz="1800" kern="1200">
                <a:solidFill>
                  <a:schemeClr val="accent5"/>
                </a:solidFill>
                <a:latin typeface="+mn-lt"/>
                <a:ea typeface="+mn-ea"/>
                <a:cs typeface="+mn-cs"/>
              </a:defRPr>
            </a:lvl3pPr>
            <a:lvl4pPr marL="1371600" lvl="3" algn="l" defTabSz="457200" rtl="0" eaLnBrk="1" latinLnBrk="0" hangingPunct="1">
              <a:buNone/>
              <a:defRPr sz="1800" kern="1200">
                <a:solidFill>
                  <a:schemeClr val="accent5"/>
                </a:solidFill>
                <a:latin typeface="+mn-lt"/>
                <a:ea typeface="+mn-ea"/>
                <a:cs typeface="+mn-cs"/>
              </a:defRPr>
            </a:lvl4pPr>
            <a:lvl5pPr marL="1828800" lvl="4" algn="l" defTabSz="457200" rtl="0" eaLnBrk="1" latinLnBrk="0" hangingPunct="1">
              <a:buNone/>
              <a:defRPr sz="1800" kern="1200">
                <a:solidFill>
                  <a:schemeClr val="accent5"/>
                </a:solidFill>
                <a:latin typeface="+mn-lt"/>
                <a:ea typeface="+mn-ea"/>
                <a:cs typeface="+mn-cs"/>
              </a:defRPr>
            </a:lvl5pPr>
            <a:lvl6pPr marL="2286000" lvl="5" algn="l" defTabSz="457200" rtl="0" eaLnBrk="1" latinLnBrk="0" hangingPunct="1">
              <a:buNone/>
              <a:defRPr sz="1800" kern="1200">
                <a:solidFill>
                  <a:schemeClr val="accent5"/>
                </a:solidFill>
                <a:latin typeface="+mn-lt"/>
                <a:ea typeface="+mn-ea"/>
                <a:cs typeface="+mn-cs"/>
              </a:defRPr>
            </a:lvl6pPr>
            <a:lvl7pPr marL="2743200" lvl="6" algn="l" defTabSz="457200" rtl="0" eaLnBrk="1" latinLnBrk="0" hangingPunct="1">
              <a:buNone/>
              <a:defRPr sz="1800" kern="1200">
                <a:solidFill>
                  <a:schemeClr val="accent5"/>
                </a:solidFill>
                <a:latin typeface="+mn-lt"/>
                <a:ea typeface="+mn-ea"/>
                <a:cs typeface="+mn-cs"/>
              </a:defRPr>
            </a:lvl7pPr>
            <a:lvl8pPr marL="3200400" lvl="7" algn="l" defTabSz="457200" rtl="0" eaLnBrk="1" latinLnBrk="0" hangingPunct="1">
              <a:buNone/>
              <a:defRPr sz="1800" kern="1200">
                <a:solidFill>
                  <a:schemeClr val="accent5"/>
                </a:solidFill>
                <a:latin typeface="+mn-lt"/>
                <a:ea typeface="+mn-ea"/>
                <a:cs typeface="+mn-cs"/>
              </a:defRPr>
            </a:lvl8pPr>
            <a:lvl9pPr marL="3657600" lvl="8" algn="l" defTabSz="457200" rtl="0" eaLnBrk="1" latinLnBrk="0" hangingPunct="1">
              <a:buNone/>
              <a:defRPr sz="1800" kern="1200">
                <a:solidFill>
                  <a:schemeClr val="accent5"/>
                </a:solidFill>
                <a:latin typeface="+mn-lt"/>
                <a:ea typeface="+mn-ea"/>
                <a:cs typeface="+mn-cs"/>
              </a:defRPr>
            </a:lvl9pPr>
          </a:lstStyle>
          <a:p>
            <a:fld id="{00000000-1234-1234-1234-123412341234}" type="slidenum">
              <a:rPr lang="en" sz="1000" smtClean="0">
                <a:solidFill>
                  <a:schemeClr val="accent4"/>
                </a:solidFill>
              </a:rPr>
              <a:pPr/>
              <a:t>‹#›</a:t>
            </a:fld>
            <a:endParaRPr lang="en" sz="1000" dirty="0">
              <a:solidFill>
                <a:schemeClr val="accent4"/>
              </a:solidFill>
            </a:endParaRPr>
          </a:p>
        </p:txBody>
      </p:sp>
      <p:sp>
        <p:nvSpPr>
          <p:cNvPr id="16" name="Google Shape;20;p3">
            <a:extLst>
              <a:ext uri="{FF2B5EF4-FFF2-40B4-BE49-F238E27FC236}">
                <a16:creationId xmlns:a16="http://schemas.microsoft.com/office/drawing/2014/main" id="{2E6AA5DE-AC32-5BC3-52F4-658AF024479B}"/>
              </a:ext>
            </a:extLst>
          </p:cNvPr>
          <p:cNvSpPr txBox="1">
            <a:spLocks noGrp="1"/>
          </p:cNvSpPr>
          <p:nvPr>
            <p:ph type="subTitle" idx="3"/>
          </p:nvPr>
        </p:nvSpPr>
        <p:spPr>
          <a:xfrm>
            <a:off x="311700" y="155263"/>
            <a:ext cx="3768300" cy="393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dirty="0"/>
          </a:p>
        </p:txBody>
      </p:sp>
    </p:spTree>
    <p:extLst>
      <p:ext uri="{BB962C8B-B14F-4D97-AF65-F5344CB8AC3E}">
        <p14:creationId xmlns:p14="http://schemas.microsoft.com/office/powerpoint/2010/main" val="2108217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oogle Shape;19;p3">
            <a:extLst>
              <a:ext uri="{FF2B5EF4-FFF2-40B4-BE49-F238E27FC236}">
                <a16:creationId xmlns:a16="http://schemas.microsoft.com/office/drawing/2014/main" id="{C810E580-0214-B499-1A7B-692214DAC3B5}"/>
              </a:ext>
            </a:extLst>
          </p:cNvPr>
          <p:cNvSpPr txBox="1">
            <a:spLocks/>
          </p:cNvSpPr>
          <p:nvPr userDrawn="1"/>
        </p:nvSpPr>
        <p:spPr>
          <a:xfrm>
            <a:off x="8472458" y="106692"/>
            <a:ext cx="548700" cy="393600"/>
          </a:xfrm>
          <a:prstGeom prst="rect">
            <a:avLst/>
          </a:prstGeom>
        </p:spPr>
        <p:txBody>
          <a:bodyPr spcFirstLastPara="1" vert="horz" wrap="square" lIns="91425" tIns="91425" rIns="91425" bIns="91425" rtlCol="0" anchor="ctr" anchorCtr="0">
            <a:normAutofit/>
          </a:bodyPr>
          <a:lstStyle>
            <a:defPPr>
              <a:defRPr lang="en-US"/>
            </a:defPPr>
            <a:lvl1pPr marL="0" lvl="0" algn="r" defTabSz="457200" rtl="0" eaLnBrk="1" latinLnBrk="0" hangingPunct="1">
              <a:buNone/>
              <a:defRPr sz="900" kern="1200">
                <a:solidFill>
                  <a:schemeClr val="accent5"/>
                </a:solidFill>
                <a:latin typeface="+mn-lt"/>
                <a:ea typeface="+mn-ea"/>
                <a:cs typeface="+mn-cs"/>
              </a:defRPr>
            </a:lvl1pPr>
            <a:lvl2pPr marL="457200" lvl="1" algn="l" defTabSz="457200" rtl="0" eaLnBrk="1" latinLnBrk="0" hangingPunct="1">
              <a:buNone/>
              <a:defRPr sz="1800" kern="1200">
                <a:solidFill>
                  <a:schemeClr val="accent5"/>
                </a:solidFill>
                <a:latin typeface="+mn-lt"/>
                <a:ea typeface="+mn-ea"/>
                <a:cs typeface="+mn-cs"/>
              </a:defRPr>
            </a:lvl2pPr>
            <a:lvl3pPr marL="914400" lvl="2" algn="l" defTabSz="457200" rtl="0" eaLnBrk="1" latinLnBrk="0" hangingPunct="1">
              <a:buNone/>
              <a:defRPr sz="1800" kern="1200">
                <a:solidFill>
                  <a:schemeClr val="accent5"/>
                </a:solidFill>
                <a:latin typeface="+mn-lt"/>
                <a:ea typeface="+mn-ea"/>
                <a:cs typeface="+mn-cs"/>
              </a:defRPr>
            </a:lvl3pPr>
            <a:lvl4pPr marL="1371600" lvl="3" algn="l" defTabSz="457200" rtl="0" eaLnBrk="1" latinLnBrk="0" hangingPunct="1">
              <a:buNone/>
              <a:defRPr sz="1800" kern="1200">
                <a:solidFill>
                  <a:schemeClr val="accent5"/>
                </a:solidFill>
                <a:latin typeface="+mn-lt"/>
                <a:ea typeface="+mn-ea"/>
                <a:cs typeface="+mn-cs"/>
              </a:defRPr>
            </a:lvl4pPr>
            <a:lvl5pPr marL="1828800" lvl="4" algn="l" defTabSz="457200" rtl="0" eaLnBrk="1" latinLnBrk="0" hangingPunct="1">
              <a:buNone/>
              <a:defRPr sz="1800" kern="1200">
                <a:solidFill>
                  <a:schemeClr val="accent5"/>
                </a:solidFill>
                <a:latin typeface="+mn-lt"/>
                <a:ea typeface="+mn-ea"/>
                <a:cs typeface="+mn-cs"/>
              </a:defRPr>
            </a:lvl5pPr>
            <a:lvl6pPr marL="2286000" lvl="5" algn="l" defTabSz="457200" rtl="0" eaLnBrk="1" latinLnBrk="0" hangingPunct="1">
              <a:buNone/>
              <a:defRPr sz="1800" kern="1200">
                <a:solidFill>
                  <a:schemeClr val="accent5"/>
                </a:solidFill>
                <a:latin typeface="+mn-lt"/>
                <a:ea typeface="+mn-ea"/>
                <a:cs typeface="+mn-cs"/>
              </a:defRPr>
            </a:lvl6pPr>
            <a:lvl7pPr marL="2743200" lvl="6" algn="l" defTabSz="457200" rtl="0" eaLnBrk="1" latinLnBrk="0" hangingPunct="1">
              <a:buNone/>
              <a:defRPr sz="1800" kern="1200">
                <a:solidFill>
                  <a:schemeClr val="accent5"/>
                </a:solidFill>
                <a:latin typeface="+mn-lt"/>
                <a:ea typeface="+mn-ea"/>
                <a:cs typeface="+mn-cs"/>
              </a:defRPr>
            </a:lvl7pPr>
            <a:lvl8pPr marL="3200400" lvl="7" algn="l" defTabSz="457200" rtl="0" eaLnBrk="1" latinLnBrk="0" hangingPunct="1">
              <a:buNone/>
              <a:defRPr sz="1800" kern="1200">
                <a:solidFill>
                  <a:schemeClr val="accent5"/>
                </a:solidFill>
                <a:latin typeface="+mn-lt"/>
                <a:ea typeface="+mn-ea"/>
                <a:cs typeface="+mn-cs"/>
              </a:defRPr>
            </a:lvl8pPr>
            <a:lvl9pPr marL="3657600" lvl="8" algn="l" defTabSz="457200" rtl="0" eaLnBrk="1" latinLnBrk="0" hangingPunct="1">
              <a:buNone/>
              <a:defRPr sz="1800" kern="1200">
                <a:solidFill>
                  <a:schemeClr val="accent5"/>
                </a:solidFill>
                <a:latin typeface="+mn-lt"/>
                <a:ea typeface="+mn-ea"/>
                <a:cs typeface="+mn-cs"/>
              </a:defRPr>
            </a:lvl9pPr>
          </a:lstStyle>
          <a:p>
            <a:fld id="{00000000-1234-1234-1234-123412341234}" type="slidenum">
              <a:rPr lang="en" sz="1000" smtClean="0">
                <a:solidFill>
                  <a:schemeClr val="accent4"/>
                </a:solidFill>
              </a:rPr>
              <a:pPr/>
              <a:t>‹#›</a:t>
            </a:fld>
            <a:endParaRPr lang="en" sz="1000" dirty="0">
              <a:solidFill>
                <a:schemeClr val="accent4"/>
              </a:solidFill>
            </a:endParaRPr>
          </a:p>
        </p:txBody>
      </p:sp>
      <p:sp>
        <p:nvSpPr>
          <p:cNvPr id="7" name="Google Shape;20;p3">
            <a:extLst>
              <a:ext uri="{FF2B5EF4-FFF2-40B4-BE49-F238E27FC236}">
                <a16:creationId xmlns:a16="http://schemas.microsoft.com/office/drawing/2014/main" id="{E17E7E9F-41BA-A475-58BE-A6B41BA0F53D}"/>
              </a:ext>
            </a:extLst>
          </p:cNvPr>
          <p:cNvSpPr txBox="1">
            <a:spLocks noGrp="1"/>
          </p:cNvSpPr>
          <p:nvPr>
            <p:ph type="subTitle" idx="3"/>
          </p:nvPr>
        </p:nvSpPr>
        <p:spPr>
          <a:xfrm>
            <a:off x="311700" y="155263"/>
            <a:ext cx="3768300" cy="393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dirty="0"/>
          </a:p>
        </p:txBody>
      </p:sp>
      <p:sp>
        <p:nvSpPr>
          <p:cNvPr id="8" name="Google Shape;47;p7">
            <a:extLst>
              <a:ext uri="{FF2B5EF4-FFF2-40B4-BE49-F238E27FC236}">
                <a16:creationId xmlns:a16="http://schemas.microsoft.com/office/drawing/2014/main" id="{83A6712A-1F22-399B-171E-7C9F9EAA293F}"/>
              </a:ext>
            </a:extLst>
          </p:cNvPr>
          <p:cNvSpPr txBox="1">
            <a:spLocks noGrp="1"/>
          </p:cNvSpPr>
          <p:nvPr>
            <p:ph type="title"/>
          </p:nvPr>
        </p:nvSpPr>
        <p:spPr>
          <a:xfrm>
            <a:off x="877550" y="1174125"/>
            <a:ext cx="3768300" cy="2392800"/>
          </a:xfrm>
          <a:prstGeom prst="rect">
            <a:avLst/>
          </a:prstGeom>
        </p:spPr>
        <p:txBody>
          <a:bodyPr spcFirstLastPara="1" wrap="square" lIns="91425" tIns="91425" rIns="91425" bIns="91425" anchor="t" anchorCtr="0">
            <a:normAutofit/>
          </a:bodyPr>
          <a:lstStyle>
            <a:lvl1pPr lvl="0" rtl="0">
              <a:spcBef>
                <a:spcPts val="0"/>
              </a:spcBef>
              <a:spcAft>
                <a:spcPts val="0"/>
              </a:spcAft>
              <a:buSzPts val="4600"/>
              <a:buNone/>
              <a:defRPr sz="4600"/>
            </a:lvl1pPr>
            <a:lvl2pPr lvl="1" rtl="0">
              <a:spcBef>
                <a:spcPts val="0"/>
              </a:spcBef>
              <a:spcAft>
                <a:spcPts val="0"/>
              </a:spcAft>
              <a:buSzPts val="4600"/>
              <a:buNone/>
              <a:defRPr sz="4600"/>
            </a:lvl2pPr>
            <a:lvl3pPr lvl="2" rtl="0">
              <a:spcBef>
                <a:spcPts val="0"/>
              </a:spcBef>
              <a:spcAft>
                <a:spcPts val="0"/>
              </a:spcAft>
              <a:buSzPts val="4600"/>
              <a:buNone/>
              <a:defRPr sz="4600"/>
            </a:lvl3pPr>
            <a:lvl4pPr lvl="3" rtl="0">
              <a:spcBef>
                <a:spcPts val="0"/>
              </a:spcBef>
              <a:spcAft>
                <a:spcPts val="0"/>
              </a:spcAft>
              <a:buSzPts val="4600"/>
              <a:buNone/>
              <a:defRPr sz="4600"/>
            </a:lvl4pPr>
            <a:lvl5pPr lvl="4" rtl="0">
              <a:spcBef>
                <a:spcPts val="0"/>
              </a:spcBef>
              <a:spcAft>
                <a:spcPts val="0"/>
              </a:spcAft>
              <a:buSzPts val="4600"/>
              <a:buNone/>
              <a:defRPr sz="4600"/>
            </a:lvl5pPr>
            <a:lvl6pPr lvl="5" rtl="0">
              <a:spcBef>
                <a:spcPts val="0"/>
              </a:spcBef>
              <a:spcAft>
                <a:spcPts val="0"/>
              </a:spcAft>
              <a:buSzPts val="4600"/>
              <a:buNone/>
              <a:defRPr sz="4600"/>
            </a:lvl6pPr>
            <a:lvl7pPr lvl="6" rtl="0">
              <a:spcBef>
                <a:spcPts val="0"/>
              </a:spcBef>
              <a:spcAft>
                <a:spcPts val="0"/>
              </a:spcAft>
              <a:buSzPts val="4600"/>
              <a:buNone/>
              <a:defRPr sz="4600"/>
            </a:lvl7pPr>
            <a:lvl8pPr lvl="7" rtl="0">
              <a:spcBef>
                <a:spcPts val="0"/>
              </a:spcBef>
              <a:spcAft>
                <a:spcPts val="0"/>
              </a:spcAft>
              <a:buSzPts val="4600"/>
              <a:buNone/>
              <a:defRPr sz="4600"/>
            </a:lvl8pPr>
            <a:lvl9pPr lvl="8" rtl="0">
              <a:spcBef>
                <a:spcPts val="0"/>
              </a:spcBef>
              <a:spcAft>
                <a:spcPts val="0"/>
              </a:spcAft>
              <a:buSzPts val="4600"/>
              <a:buNone/>
              <a:defRPr sz="4600"/>
            </a:lvl9pPr>
          </a:lstStyle>
          <a:p>
            <a:endParaRPr dirty="0"/>
          </a:p>
        </p:txBody>
      </p:sp>
      <p:sp>
        <p:nvSpPr>
          <p:cNvPr id="9" name="Google Shape;48;p7">
            <a:extLst>
              <a:ext uri="{FF2B5EF4-FFF2-40B4-BE49-F238E27FC236}">
                <a16:creationId xmlns:a16="http://schemas.microsoft.com/office/drawing/2014/main" id="{49FD2391-EFD0-6827-0E38-58DE2B3470AE}"/>
              </a:ext>
            </a:extLst>
          </p:cNvPr>
          <p:cNvSpPr txBox="1">
            <a:spLocks noGrp="1"/>
          </p:cNvSpPr>
          <p:nvPr>
            <p:ph type="body" idx="2"/>
          </p:nvPr>
        </p:nvSpPr>
        <p:spPr>
          <a:xfrm>
            <a:off x="1794350" y="3504825"/>
            <a:ext cx="2285700" cy="17085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10" name="Google Shape;49;p7">
            <a:extLst>
              <a:ext uri="{FF2B5EF4-FFF2-40B4-BE49-F238E27FC236}">
                <a16:creationId xmlns:a16="http://schemas.microsoft.com/office/drawing/2014/main" id="{604DFBEE-0D85-E431-5206-7CDE28784DF1}"/>
              </a:ext>
            </a:extLst>
          </p:cNvPr>
          <p:cNvSpPr>
            <a:spLocks noGrp="1"/>
          </p:cNvSpPr>
          <p:nvPr>
            <p:ph type="pic" idx="10"/>
          </p:nvPr>
        </p:nvSpPr>
        <p:spPr>
          <a:xfrm>
            <a:off x="4657375" y="1435325"/>
            <a:ext cx="4486500" cy="2875500"/>
          </a:xfrm>
          <a:prstGeom prst="rect">
            <a:avLst/>
          </a:prstGeom>
          <a:noFill/>
          <a:ln>
            <a:noFill/>
          </a:ln>
        </p:spPr>
      </p:sp>
    </p:spTree>
    <p:extLst>
      <p:ext uri="{BB962C8B-B14F-4D97-AF65-F5344CB8AC3E}">
        <p14:creationId xmlns:p14="http://schemas.microsoft.com/office/powerpoint/2010/main" val="297671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Google Shape;53;p8">
            <a:extLst>
              <a:ext uri="{FF2B5EF4-FFF2-40B4-BE49-F238E27FC236}">
                <a16:creationId xmlns:a16="http://schemas.microsoft.com/office/drawing/2014/main" id="{043A752D-DF25-6C76-0BC9-7E2419A8662E}"/>
              </a:ext>
            </a:extLst>
          </p:cNvPr>
          <p:cNvSpPr txBox="1">
            <a:spLocks noGrp="1"/>
          </p:cNvSpPr>
          <p:nvPr>
            <p:ph type="body" idx="2"/>
          </p:nvPr>
        </p:nvSpPr>
        <p:spPr>
          <a:xfrm>
            <a:off x="964175" y="2325650"/>
            <a:ext cx="1936500" cy="20334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6" name="Google Shape;54;p8">
            <a:extLst>
              <a:ext uri="{FF2B5EF4-FFF2-40B4-BE49-F238E27FC236}">
                <a16:creationId xmlns:a16="http://schemas.microsoft.com/office/drawing/2014/main" id="{92026F6D-39D6-49BD-FBE5-066FA6ECFF77}"/>
              </a:ext>
            </a:extLst>
          </p:cNvPr>
          <p:cNvSpPr txBox="1">
            <a:spLocks noGrp="1"/>
          </p:cNvSpPr>
          <p:nvPr>
            <p:ph type="body" idx="3"/>
          </p:nvPr>
        </p:nvSpPr>
        <p:spPr>
          <a:xfrm>
            <a:off x="3375150" y="2325650"/>
            <a:ext cx="1936500" cy="20334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7" name="Google Shape;55;p8">
            <a:extLst>
              <a:ext uri="{FF2B5EF4-FFF2-40B4-BE49-F238E27FC236}">
                <a16:creationId xmlns:a16="http://schemas.microsoft.com/office/drawing/2014/main" id="{FEC1F8C4-7197-3FDE-5A2D-AF0B1321841A}"/>
              </a:ext>
            </a:extLst>
          </p:cNvPr>
          <p:cNvSpPr txBox="1">
            <a:spLocks noGrp="1"/>
          </p:cNvSpPr>
          <p:nvPr>
            <p:ph type="body" idx="4"/>
          </p:nvPr>
        </p:nvSpPr>
        <p:spPr>
          <a:xfrm>
            <a:off x="5693225" y="2325650"/>
            <a:ext cx="1936500" cy="20334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Char char="●"/>
              <a:defRPr sz="16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8" name="Google Shape;58;p8">
            <a:extLst>
              <a:ext uri="{FF2B5EF4-FFF2-40B4-BE49-F238E27FC236}">
                <a16:creationId xmlns:a16="http://schemas.microsoft.com/office/drawing/2014/main" id="{2637CE16-6184-104D-0282-856139C2CED9}"/>
              </a:ext>
            </a:extLst>
          </p:cNvPr>
          <p:cNvSpPr txBox="1"/>
          <p:nvPr userDrawn="1"/>
        </p:nvSpPr>
        <p:spPr>
          <a:xfrm>
            <a:off x="1562578" y="915325"/>
            <a:ext cx="469593"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11" name="Google Shape;19;p3">
            <a:extLst>
              <a:ext uri="{FF2B5EF4-FFF2-40B4-BE49-F238E27FC236}">
                <a16:creationId xmlns:a16="http://schemas.microsoft.com/office/drawing/2014/main" id="{93E431D5-E566-9F16-D119-96F09F67F159}"/>
              </a:ext>
            </a:extLst>
          </p:cNvPr>
          <p:cNvSpPr txBox="1">
            <a:spLocks/>
          </p:cNvSpPr>
          <p:nvPr userDrawn="1"/>
        </p:nvSpPr>
        <p:spPr>
          <a:xfrm>
            <a:off x="8472458" y="106692"/>
            <a:ext cx="548700" cy="393600"/>
          </a:xfrm>
          <a:prstGeom prst="rect">
            <a:avLst/>
          </a:prstGeom>
        </p:spPr>
        <p:txBody>
          <a:bodyPr spcFirstLastPara="1" vert="horz" wrap="square" lIns="91425" tIns="91425" rIns="91425" bIns="91425" rtlCol="0" anchor="ctr" anchorCtr="0">
            <a:normAutofit/>
          </a:bodyPr>
          <a:lstStyle>
            <a:defPPr>
              <a:defRPr lang="en-US"/>
            </a:defPPr>
            <a:lvl1pPr marL="0" lvl="0" algn="r" defTabSz="457200" rtl="0" eaLnBrk="1" latinLnBrk="0" hangingPunct="1">
              <a:buNone/>
              <a:defRPr sz="900" kern="1200">
                <a:solidFill>
                  <a:schemeClr val="accent5"/>
                </a:solidFill>
                <a:latin typeface="+mn-lt"/>
                <a:ea typeface="+mn-ea"/>
                <a:cs typeface="+mn-cs"/>
              </a:defRPr>
            </a:lvl1pPr>
            <a:lvl2pPr marL="457200" lvl="1" algn="l" defTabSz="457200" rtl="0" eaLnBrk="1" latinLnBrk="0" hangingPunct="1">
              <a:buNone/>
              <a:defRPr sz="1800" kern="1200">
                <a:solidFill>
                  <a:schemeClr val="accent5"/>
                </a:solidFill>
                <a:latin typeface="+mn-lt"/>
                <a:ea typeface="+mn-ea"/>
                <a:cs typeface="+mn-cs"/>
              </a:defRPr>
            </a:lvl2pPr>
            <a:lvl3pPr marL="914400" lvl="2" algn="l" defTabSz="457200" rtl="0" eaLnBrk="1" latinLnBrk="0" hangingPunct="1">
              <a:buNone/>
              <a:defRPr sz="1800" kern="1200">
                <a:solidFill>
                  <a:schemeClr val="accent5"/>
                </a:solidFill>
                <a:latin typeface="+mn-lt"/>
                <a:ea typeface="+mn-ea"/>
                <a:cs typeface="+mn-cs"/>
              </a:defRPr>
            </a:lvl3pPr>
            <a:lvl4pPr marL="1371600" lvl="3" algn="l" defTabSz="457200" rtl="0" eaLnBrk="1" latinLnBrk="0" hangingPunct="1">
              <a:buNone/>
              <a:defRPr sz="1800" kern="1200">
                <a:solidFill>
                  <a:schemeClr val="accent5"/>
                </a:solidFill>
                <a:latin typeface="+mn-lt"/>
                <a:ea typeface="+mn-ea"/>
                <a:cs typeface="+mn-cs"/>
              </a:defRPr>
            </a:lvl4pPr>
            <a:lvl5pPr marL="1828800" lvl="4" algn="l" defTabSz="457200" rtl="0" eaLnBrk="1" latinLnBrk="0" hangingPunct="1">
              <a:buNone/>
              <a:defRPr sz="1800" kern="1200">
                <a:solidFill>
                  <a:schemeClr val="accent5"/>
                </a:solidFill>
                <a:latin typeface="+mn-lt"/>
                <a:ea typeface="+mn-ea"/>
                <a:cs typeface="+mn-cs"/>
              </a:defRPr>
            </a:lvl5pPr>
            <a:lvl6pPr marL="2286000" lvl="5" algn="l" defTabSz="457200" rtl="0" eaLnBrk="1" latinLnBrk="0" hangingPunct="1">
              <a:buNone/>
              <a:defRPr sz="1800" kern="1200">
                <a:solidFill>
                  <a:schemeClr val="accent5"/>
                </a:solidFill>
                <a:latin typeface="+mn-lt"/>
                <a:ea typeface="+mn-ea"/>
                <a:cs typeface="+mn-cs"/>
              </a:defRPr>
            </a:lvl6pPr>
            <a:lvl7pPr marL="2743200" lvl="6" algn="l" defTabSz="457200" rtl="0" eaLnBrk="1" latinLnBrk="0" hangingPunct="1">
              <a:buNone/>
              <a:defRPr sz="1800" kern="1200">
                <a:solidFill>
                  <a:schemeClr val="accent5"/>
                </a:solidFill>
                <a:latin typeface="+mn-lt"/>
                <a:ea typeface="+mn-ea"/>
                <a:cs typeface="+mn-cs"/>
              </a:defRPr>
            </a:lvl7pPr>
            <a:lvl8pPr marL="3200400" lvl="7" algn="l" defTabSz="457200" rtl="0" eaLnBrk="1" latinLnBrk="0" hangingPunct="1">
              <a:buNone/>
              <a:defRPr sz="1800" kern="1200">
                <a:solidFill>
                  <a:schemeClr val="accent5"/>
                </a:solidFill>
                <a:latin typeface="+mn-lt"/>
                <a:ea typeface="+mn-ea"/>
                <a:cs typeface="+mn-cs"/>
              </a:defRPr>
            </a:lvl8pPr>
            <a:lvl9pPr marL="3657600" lvl="8" algn="l" defTabSz="457200" rtl="0" eaLnBrk="1" latinLnBrk="0" hangingPunct="1">
              <a:buNone/>
              <a:defRPr sz="1800" kern="1200">
                <a:solidFill>
                  <a:schemeClr val="accent5"/>
                </a:solidFill>
                <a:latin typeface="+mn-lt"/>
                <a:ea typeface="+mn-ea"/>
                <a:cs typeface="+mn-cs"/>
              </a:defRPr>
            </a:lvl9pPr>
          </a:lstStyle>
          <a:p>
            <a:fld id="{00000000-1234-1234-1234-123412341234}" type="slidenum">
              <a:rPr lang="en" sz="1000" smtClean="0">
                <a:solidFill>
                  <a:schemeClr val="accent4"/>
                </a:solidFill>
              </a:rPr>
              <a:pPr/>
              <a:t>‹#›</a:t>
            </a:fld>
            <a:endParaRPr lang="en" sz="1000" dirty="0">
              <a:solidFill>
                <a:schemeClr val="accent4"/>
              </a:solidFill>
            </a:endParaRPr>
          </a:p>
        </p:txBody>
      </p:sp>
      <p:sp>
        <p:nvSpPr>
          <p:cNvPr id="12" name="Google Shape;20;p3">
            <a:extLst>
              <a:ext uri="{FF2B5EF4-FFF2-40B4-BE49-F238E27FC236}">
                <a16:creationId xmlns:a16="http://schemas.microsoft.com/office/drawing/2014/main" id="{711F73E7-C829-EEE8-A185-90D178FA614F}"/>
              </a:ext>
            </a:extLst>
          </p:cNvPr>
          <p:cNvSpPr txBox="1">
            <a:spLocks noGrp="1"/>
          </p:cNvSpPr>
          <p:nvPr>
            <p:ph type="subTitle" idx="13"/>
          </p:nvPr>
        </p:nvSpPr>
        <p:spPr>
          <a:xfrm>
            <a:off x="311700" y="155263"/>
            <a:ext cx="3768300" cy="393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dirty="0"/>
          </a:p>
        </p:txBody>
      </p:sp>
      <p:sp>
        <p:nvSpPr>
          <p:cNvPr id="13" name="Oval 12">
            <a:extLst>
              <a:ext uri="{FF2B5EF4-FFF2-40B4-BE49-F238E27FC236}">
                <a16:creationId xmlns:a16="http://schemas.microsoft.com/office/drawing/2014/main" id="{0355BFDC-2E1D-F50A-EF45-326920CFD716}"/>
              </a:ext>
            </a:extLst>
          </p:cNvPr>
          <p:cNvSpPr/>
          <p:nvPr userDrawn="1"/>
        </p:nvSpPr>
        <p:spPr>
          <a:xfrm>
            <a:off x="1252769" y="1009969"/>
            <a:ext cx="1089212" cy="1089212"/>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Google Shape;58;p8">
            <a:extLst>
              <a:ext uri="{FF2B5EF4-FFF2-40B4-BE49-F238E27FC236}">
                <a16:creationId xmlns:a16="http://schemas.microsoft.com/office/drawing/2014/main" id="{AFD75DD6-263C-B3AA-DA7B-28E109611FF9}"/>
              </a:ext>
            </a:extLst>
          </p:cNvPr>
          <p:cNvSpPr txBox="1"/>
          <p:nvPr userDrawn="1"/>
        </p:nvSpPr>
        <p:spPr>
          <a:xfrm>
            <a:off x="4077178" y="915325"/>
            <a:ext cx="469593"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200" dirty="0">
                <a:solidFill>
                  <a:schemeClr val="accent2"/>
                </a:solidFill>
              </a:rPr>
              <a:t>2</a:t>
            </a:r>
            <a:endParaRPr sz="7200" dirty="0">
              <a:solidFill>
                <a:schemeClr val="accent2"/>
              </a:solidFill>
            </a:endParaRPr>
          </a:p>
        </p:txBody>
      </p:sp>
      <p:sp>
        <p:nvSpPr>
          <p:cNvPr id="15" name="Oval 14">
            <a:extLst>
              <a:ext uri="{FF2B5EF4-FFF2-40B4-BE49-F238E27FC236}">
                <a16:creationId xmlns:a16="http://schemas.microsoft.com/office/drawing/2014/main" id="{AA792109-17AE-A448-E86D-0D0F711CA9F2}"/>
              </a:ext>
            </a:extLst>
          </p:cNvPr>
          <p:cNvSpPr/>
          <p:nvPr userDrawn="1"/>
        </p:nvSpPr>
        <p:spPr>
          <a:xfrm>
            <a:off x="3767369" y="1009969"/>
            <a:ext cx="1089212" cy="1089212"/>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Google Shape;58;p8">
            <a:extLst>
              <a:ext uri="{FF2B5EF4-FFF2-40B4-BE49-F238E27FC236}">
                <a16:creationId xmlns:a16="http://schemas.microsoft.com/office/drawing/2014/main" id="{8B11F39C-2C74-D0AC-AAA3-02CAB2E17D8A}"/>
              </a:ext>
            </a:extLst>
          </p:cNvPr>
          <p:cNvSpPr txBox="1"/>
          <p:nvPr userDrawn="1"/>
        </p:nvSpPr>
        <p:spPr>
          <a:xfrm>
            <a:off x="6322837" y="915325"/>
            <a:ext cx="469593"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200" dirty="0">
                <a:solidFill>
                  <a:schemeClr val="accent2"/>
                </a:solidFill>
              </a:rPr>
              <a:t>3</a:t>
            </a:r>
            <a:endParaRPr sz="7200" dirty="0">
              <a:solidFill>
                <a:schemeClr val="accent2"/>
              </a:solidFill>
            </a:endParaRPr>
          </a:p>
        </p:txBody>
      </p:sp>
      <p:sp>
        <p:nvSpPr>
          <p:cNvPr id="17" name="Oval 16">
            <a:extLst>
              <a:ext uri="{FF2B5EF4-FFF2-40B4-BE49-F238E27FC236}">
                <a16:creationId xmlns:a16="http://schemas.microsoft.com/office/drawing/2014/main" id="{C996C44F-A796-88CD-1930-79E3B07B191F}"/>
              </a:ext>
            </a:extLst>
          </p:cNvPr>
          <p:cNvSpPr/>
          <p:nvPr userDrawn="1"/>
        </p:nvSpPr>
        <p:spPr>
          <a:xfrm>
            <a:off x="6013028" y="1009969"/>
            <a:ext cx="1089212" cy="1089212"/>
          </a:xfrm>
          <a:prstGeom prst="ellips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5546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
    <p:spTree>
      <p:nvGrpSpPr>
        <p:cNvPr id="1" name=""/>
        <p:cNvGrpSpPr/>
        <p:nvPr/>
      </p:nvGrpSpPr>
      <p:grpSpPr>
        <a:xfrm>
          <a:off x="0" y="0"/>
          <a:ext cx="0" cy="0"/>
          <a:chOff x="0" y="0"/>
          <a:chExt cx="0" cy="0"/>
        </a:xfrm>
      </p:grpSpPr>
      <p:sp>
        <p:nvSpPr>
          <p:cNvPr id="8" name="Google Shape;64;p9">
            <a:extLst>
              <a:ext uri="{FF2B5EF4-FFF2-40B4-BE49-F238E27FC236}">
                <a16:creationId xmlns:a16="http://schemas.microsoft.com/office/drawing/2014/main" id="{AA2C4927-7B19-19A1-2ADD-2561A9A839C4}"/>
              </a:ext>
            </a:extLst>
          </p:cNvPr>
          <p:cNvSpPr>
            <a:spLocks noGrp="1"/>
          </p:cNvSpPr>
          <p:nvPr>
            <p:ph type="pic" idx="2"/>
          </p:nvPr>
        </p:nvSpPr>
        <p:spPr>
          <a:xfrm>
            <a:off x="0" y="0"/>
            <a:ext cx="9157200" cy="5143500"/>
          </a:xfrm>
          <a:prstGeom prst="rect">
            <a:avLst/>
          </a:prstGeom>
          <a:noFill/>
          <a:ln>
            <a:noFill/>
          </a:ln>
        </p:spPr>
      </p:sp>
      <p:sp>
        <p:nvSpPr>
          <p:cNvPr id="9" name="Google Shape;65;p9">
            <a:extLst>
              <a:ext uri="{FF2B5EF4-FFF2-40B4-BE49-F238E27FC236}">
                <a16:creationId xmlns:a16="http://schemas.microsoft.com/office/drawing/2014/main" id="{8E0EF701-1B93-7635-44F8-E92F5B26489E}"/>
              </a:ext>
            </a:extLst>
          </p:cNvPr>
          <p:cNvSpPr txBox="1">
            <a:spLocks noGrp="1"/>
          </p:cNvSpPr>
          <p:nvPr>
            <p:ph type="subTitle" idx="1"/>
          </p:nvPr>
        </p:nvSpPr>
        <p:spPr>
          <a:xfrm>
            <a:off x="311700" y="106700"/>
            <a:ext cx="3768300" cy="3936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1200"/>
              <a:buNone/>
              <a:defRPr sz="1200">
                <a:solidFill>
                  <a:schemeClr val="lt1"/>
                </a:solidFill>
              </a:defRPr>
            </a:lvl1pPr>
            <a:lvl2pPr lvl="1" rtl="0">
              <a:spcBef>
                <a:spcPts val="0"/>
              </a:spcBef>
              <a:spcAft>
                <a:spcPts val="0"/>
              </a:spcAft>
              <a:buSzPts val="800"/>
              <a:buNone/>
              <a:defRPr sz="800"/>
            </a:lvl2pPr>
            <a:lvl3pPr lvl="2" rtl="0">
              <a:spcBef>
                <a:spcPts val="0"/>
              </a:spcBef>
              <a:spcAft>
                <a:spcPts val="0"/>
              </a:spcAft>
              <a:buSzPts val="800"/>
              <a:buNone/>
              <a:defRPr sz="800"/>
            </a:lvl3pPr>
            <a:lvl4pPr lvl="3" rtl="0">
              <a:spcBef>
                <a:spcPts val="0"/>
              </a:spcBef>
              <a:spcAft>
                <a:spcPts val="0"/>
              </a:spcAft>
              <a:buSzPts val="800"/>
              <a:buNone/>
              <a:defRPr sz="800"/>
            </a:lvl4pPr>
            <a:lvl5pPr lvl="4" rtl="0">
              <a:spcBef>
                <a:spcPts val="0"/>
              </a:spcBef>
              <a:spcAft>
                <a:spcPts val="0"/>
              </a:spcAft>
              <a:buSzPts val="800"/>
              <a:buNone/>
              <a:defRPr sz="800"/>
            </a:lvl5pPr>
            <a:lvl6pPr lvl="5" rtl="0">
              <a:spcBef>
                <a:spcPts val="0"/>
              </a:spcBef>
              <a:spcAft>
                <a:spcPts val="0"/>
              </a:spcAft>
              <a:buSzPts val="800"/>
              <a:buNone/>
              <a:defRPr sz="800"/>
            </a:lvl6pPr>
            <a:lvl7pPr lvl="6" rtl="0">
              <a:spcBef>
                <a:spcPts val="0"/>
              </a:spcBef>
              <a:spcAft>
                <a:spcPts val="0"/>
              </a:spcAft>
              <a:buSzPts val="800"/>
              <a:buNone/>
              <a:defRPr sz="800"/>
            </a:lvl7pPr>
            <a:lvl8pPr lvl="7" rtl="0">
              <a:spcBef>
                <a:spcPts val="0"/>
              </a:spcBef>
              <a:spcAft>
                <a:spcPts val="0"/>
              </a:spcAft>
              <a:buSzPts val="800"/>
              <a:buNone/>
              <a:defRPr sz="800"/>
            </a:lvl8pPr>
            <a:lvl9pPr lvl="8" rtl="0">
              <a:spcBef>
                <a:spcPts val="0"/>
              </a:spcBef>
              <a:spcAft>
                <a:spcPts val="0"/>
              </a:spcAft>
              <a:buSzPts val="800"/>
              <a:buNone/>
              <a:defRPr sz="800"/>
            </a:lvl9pPr>
          </a:lstStyle>
          <a:p>
            <a:endParaRPr dirty="0"/>
          </a:p>
        </p:txBody>
      </p:sp>
      <p:cxnSp>
        <p:nvCxnSpPr>
          <p:cNvPr id="10" name="Google Shape;66;p9">
            <a:extLst>
              <a:ext uri="{FF2B5EF4-FFF2-40B4-BE49-F238E27FC236}">
                <a16:creationId xmlns:a16="http://schemas.microsoft.com/office/drawing/2014/main" id="{82371917-4D3E-BA7A-B75E-310C4E8C81FD}"/>
              </a:ext>
            </a:extLst>
          </p:cNvPr>
          <p:cNvCxnSpPr/>
          <p:nvPr userDrawn="1"/>
        </p:nvCxnSpPr>
        <p:spPr>
          <a:xfrm>
            <a:off x="434300" y="617175"/>
            <a:ext cx="8217600" cy="0"/>
          </a:xfrm>
          <a:prstGeom prst="straightConnector1">
            <a:avLst/>
          </a:prstGeom>
          <a:noFill/>
          <a:ln w="9525" cap="flat" cmpd="sng">
            <a:solidFill>
              <a:schemeClr val="accent2"/>
            </a:solidFill>
            <a:prstDash val="solid"/>
            <a:round/>
            <a:headEnd type="none" w="med" len="med"/>
            <a:tailEnd type="none" w="med" len="med"/>
          </a:ln>
        </p:spPr>
      </p:cxnSp>
      <p:cxnSp>
        <p:nvCxnSpPr>
          <p:cNvPr id="11" name="Google Shape;67;p9">
            <a:extLst>
              <a:ext uri="{FF2B5EF4-FFF2-40B4-BE49-F238E27FC236}">
                <a16:creationId xmlns:a16="http://schemas.microsoft.com/office/drawing/2014/main" id="{51444BA4-6CC1-208A-F5F5-967D389CA7AE}"/>
              </a:ext>
            </a:extLst>
          </p:cNvPr>
          <p:cNvCxnSpPr/>
          <p:nvPr userDrawn="1"/>
        </p:nvCxnSpPr>
        <p:spPr>
          <a:xfrm>
            <a:off x="434300" y="4535425"/>
            <a:ext cx="8217600" cy="0"/>
          </a:xfrm>
          <a:prstGeom prst="straightConnector1">
            <a:avLst/>
          </a:prstGeom>
          <a:noFill/>
          <a:ln w="9525" cap="flat" cmpd="sng">
            <a:solidFill>
              <a:schemeClr val="accent2"/>
            </a:solidFill>
            <a:prstDash val="solid"/>
            <a:round/>
            <a:headEnd type="none" w="med" len="med"/>
            <a:tailEnd type="none" w="med" len="med"/>
          </a:ln>
        </p:spPr>
      </p:cxnSp>
      <p:sp>
        <p:nvSpPr>
          <p:cNvPr id="12" name="Google Shape;68;p9">
            <a:extLst>
              <a:ext uri="{FF2B5EF4-FFF2-40B4-BE49-F238E27FC236}">
                <a16:creationId xmlns:a16="http://schemas.microsoft.com/office/drawing/2014/main" id="{CC1902B2-385E-C265-92D0-05DBB50A846C}"/>
              </a:ext>
            </a:extLst>
          </p:cNvPr>
          <p:cNvSpPr txBox="1">
            <a:spLocks noGrp="1"/>
          </p:cNvSpPr>
          <p:nvPr>
            <p:ph type="title"/>
          </p:nvPr>
        </p:nvSpPr>
        <p:spPr>
          <a:xfrm>
            <a:off x="2465725" y="1778663"/>
            <a:ext cx="4610100" cy="2392800"/>
          </a:xfrm>
          <a:prstGeom prst="rect">
            <a:avLst/>
          </a:prstGeom>
        </p:spPr>
        <p:txBody>
          <a:bodyPr spcFirstLastPara="1" wrap="square" lIns="91425" tIns="91425" rIns="91425" bIns="91425" anchor="t" anchorCtr="0">
            <a:normAutofit/>
          </a:bodyPr>
          <a:lstStyle>
            <a:lvl1pPr lvl="0" rtl="0">
              <a:spcBef>
                <a:spcPts val="0"/>
              </a:spcBef>
              <a:spcAft>
                <a:spcPts val="0"/>
              </a:spcAft>
              <a:buSzPts val="4600"/>
              <a:buNone/>
              <a:defRPr sz="4600"/>
            </a:lvl1pPr>
            <a:lvl2pPr lvl="1" rtl="0">
              <a:spcBef>
                <a:spcPts val="0"/>
              </a:spcBef>
              <a:spcAft>
                <a:spcPts val="0"/>
              </a:spcAft>
              <a:buSzPts val="4600"/>
              <a:buNone/>
              <a:defRPr sz="4600"/>
            </a:lvl2pPr>
            <a:lvl3pPr lvl="2" rtl="0">
              <a:spcBef>
                <a:spcPts val="0"/>
              </a:spcBef>
              <a:spcAft>
                <a:spcPts val="0"/>
              </a:spcAft>
              <a:buSzPts val="4600"/>
              <a:buNone/>
              <a:defRPr sz="4600"/>
            </a:lvl3pPr>
            <a:lvl4pPr lvl="3" rtl="0">
              <a:spcBef>
                <a:spcPts val="0"/>
              </a:spcBef>
              <a:spcAft>
                <a:spcPts val="0"/>
              </a:spcAft>
              <a:buSzPts val="4600"/>
              <a:buNone/>
              <a:defRPr sz="4600"/>
            </a:lvl4pPr>
            <a:lvl5pPr lvl="4" rtl="0">
              <a:spcBef>
                <a:spcPts val="0"/>
              </a:spcBef>
              <a:spcAft>
                <a:spcPts val="0"/>
              </a:spcAft>
              <a:buSzPts val="4600"/>
              <a:buNone/>
              <a:defRPr sz="4600"/>
            </a:lvl5pPr>
            <a:lvl6pPr lvl="5" rtl="0">
              <a:spcBef>
                <a:spcPts val="0"/>
              </a:spcBef>
              <a:spcAft>
                <a:spcPts val="0"/>
              </a:spcAft>
              <a:buSzPts val="4600"/>
              <a:buNone/>
              <a:defRPr sz="4600"/>
            </a:lvl6pPr>
            <a:lvl7pPr lvl="6" rtl="0">
              <a:spcBef>
                <a:spcPts val="0"/>
              </a:spcBef>
              <a:spcAft>
                <a:spcPts val="0"/>
              </a:spcAft>
              <a:buSzPts val="4600"/>
              <a:buNone/>
              <a:defRPr sz="4600"/>
            </a:lvl7pPr>
            <a:lvl8pPr lvl="7" rtl="0">
              <a:spcBef>
                <a:spcPts val="0"/>
              </a:spcBef>
              <a:spcAft>
                <a:spcPts val="0"/>
              </a:spcAft>
              <a:buSzPts val="4600"/>
              <a:buNone/>
              <a:defRPr sz="4600"/>
            </a:lvl8pPr>
            <a:lvl9pPr lvl="8" rtl="0">
              <a:spcBef>
                <a:spcPts val="0"/>
              </a:spcBef>
              <a:spcAft>
                <a:spcPts val="0"/>
              </a:spcAft>
              <a:buSzPts val="4600"/>
              <a:buNone/>
              <a:defRPr sz="4600"/>
            </a:lvl9pPr>
          </a:lstStyle>
          <a:p>
            <a:endParaRPr/>
          </a:p>
        </p:txBody>
      </p:sp>
      <p:sp>
        <p:nvSpPr>
          <p:cNvPr id="13" name="Google Shape;69;p9">
            <a:extLst>
              <a:ext uri="{FF2B5EF4-FFF2-40B4-BE49-F238E27FC236}">
                <a16:creationId xmlns:a16="http://schemas.microsoft.com/office/drawing/2014/main" id="{45C36E87-37D3-68C2-B000-426BBF94747D}"/>
              </a:ext>
            </a:extLst>
          </p:cNvPr>
          <p:cNvSpPr txBox="1">
            <a:spLocks noGrp="1"/>
          </p:cNvSpPr>
          <p:nvPr>
            <p:ph type="sldNum" idx="12"/>
          </p:nvPr>
        </p:nvSpPr>
        <p:spPr>
          <a:xfrm>
            <a:off x="8167658" y="106692"/>
            <a:ext cx="548700" cy="393600"/>
          </a:xfrm>
          <a:prstGeom prst="rect">
            <a:avLst/>
          </a:prstGeom>
        </p:spPr>
        <p:txBody>
          <a:bodyPr spcFirstLastPara="1" wrap="square" lIns="91425" tIns="91425" rIns="91425" bIns="91425" anchor="ctr" anchorCtr="0">
            <a:norm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37539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370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Google Shape;10;p2">
            <a:extLst>
              <a:ext uri="{FF2B5EF4-FFF2-40B4-BE49-F238E27FC236}">
                <a16:creationId xmlns:a16="http://schemas.microsoft.com/office/drawing/2014/main" id="{B928C953-E1D0-45E6-7357-230E0446EB35}"/>
              </a:ext>
            </a:extLst>
          </p:cNvPr>
          <p:cNvSpPr txBox="1">
            <a:spLocks noGrp="1"/>
          </p:cNvSpPr>
          <p:nvPr>
            <p:ph type="ctrTitle"/>
          </p:nvPr>
        </p:nvSpPr>
        <p:spPr>
          <a:xfrm>
            <a:off x="1119750" y="897925"/>
            <a:ext cx="6904500" cy="2461500"/>
          </a:xfrm>
          <a:prstGeom prst="rect">
            <a:avLst/>
          </a:prstGeom>
        </p:spPr>
        <p:txBody>
          <a:bodyPr spcFirstLastPara="1" wrap="square" lIns="91425" tIns="91425" rIns="91425" bIns="91425" anchor="t" anchorCtr="0">
            <a:normAutofit/>
          </a:bodyPr>
          <a:lstStyle>
            <a:lvl1pPr lvl="0" algn="ctr">
              <a:spcBef>
                <a:spcPts val="0"/>
              </a:spcBef>
              <a:spcAft>
                <a:spcPts val="0"/>
              </a:spcAft>
              <a:buClr>
                <a:schemeClr val="lt1"/>
              </a:buClr>
              <a:buSzPts val="7000"/>
              <a:buNone/>
              <a:defRPr sz="7000" b="1">
                <a:solidFill>
                  <a:schemeClr val="lt1"/>
                </a:solidFill>
              </a:defRPr>
            </a:lvl1pPr>
            <a:lvl2pPr lvl="1" algn="ctr">
              <a:spcBef>
                <a:spcPts val="0"/>
              </a:spcBef>
              <a:spcAft>
                <a:spcPts val="0"/>
              </a:spcAft>
              <a:buSzPts val="7000"/>
              <a:buNone/>
              <a:defRPr sz="7000" b="1"/>
            </a:lvl2pPr>
            <a:lvl3pPr lvl="2" algn="ctr">
              <a:spcBef>
                <a:spcPts val="0"/>
              </a:spcBef>
              <a:spcAft>
                <a:spcPts val="0"/>
              </a:spcAft>
              <a:buSzPts val="7000"/>
              <a:buNone/>
              <a:defRPr sz="7000" b="1"/>
            </a:lvl3pPr>
            <a:lvl4pPr lvl="3" algn="ctr">
              <a:spcBef>
                <a:spcPts val="0"/>
              </a:spcBef>
              <a:spcAft>
                <a:spcPts val="0"/>
              </a:spcAft>
              <a:buSzPts val="7000"/>
              <a:buNone/>
              <a:defRPr sz="7000" b="1"/>
            </a:lvl4pPr>
            <a:lvl5pPr lvl="4" algn="ctr">
              <a:spcBef>
                <a:spcPts val="0"/>
              </a:spcBef>
              <a:spcAft>
                <a:spcPts val="0"/>
              </a:spcAft>
              <a:buSzPts val="7000"/>
              <a:buNone/>
              <a:defRPr sz="7000" b="1"/>
            </a:lvl5pPr>
            <a:lvl6pPr lvl="5" algn="ctr">
              <a:spcBef>
                <a:spcPts val="0"/>
              </a:spcBef>
              <a:spcAft>
                <a:spcPts val="0"/>
              </a:spcAft>
              <a:buSzPts val="7000"/>
              <a:buNone/>
              <a:defRPr sz="7000" b="1"/>
            </a:lvl6pPr>
            <a:lvl7pPr lvl="6" algn="ctr">
              <a:spcBef>
                <a:spcPts val="0"/>
              </a:spcBef>
              <a:spcAft>
                <a:spcPts val="0"/>
              </a:spcAft>
              <a:buSzPts val="7000"/>
              <a:buNone/>
              <a:defRPr sz="7000" b="1"/>
            </a:lvl7pPr>
            <a:lvl8pPr lvl="7" algn="ctr">
              <a:spcBef>
                <a:spcPts val="0"/>
              </a:spcBef>
              <a:spcAft>
                <a:spcPts val="0"/>
              </a:spcAft>
              <a:buSzPts val="7000"/>
              <a:buNone/>
              <a:defRPr sz="7000" b="1"/>
            </a:lvl8pPr>
            <a:lvl9pPr lvl="8" algn="ctr">
              <a:spcBef>
                <a:spcPts val="0"/>
              </a:spcBef>
              <a:spcAft>
                <a:spcPts val="0"/>
              </a:spcAft>
              <a:buSzPts val="7000"/>
              <a:buNone/>
              <a:defRPr sz="7000" b="1"/>
            </a:lvl9pPr>
          </a:lstStyle>
          <a:p>
            <a:endParaRPr dirty="0"/>
          </a:p>
        </p:txBody>
      </p:sp>
      <p:sp>
        <p:nvSpPr>
          <p:cNvPr id="8" name="Google Shape;11;p2">
            <a:extLst>
              <a:ext uri="{FF2B5EF4-FFF2-40B4-BE49-F238E27FC236}">
                <a16:creationId xmlns:a16="http://schemas.microsoft.com/office/drawing/2014/main" id="{A3BFB949-65F3-AE3C-4F89-588B85C2BA5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12;p2">
            <a:extLst>
              <a:ext uri="{FF2B5EF4-FFF2-40B4-BE49-F238E27FC236}">
                <a16:creationId xmlns:a16="http://schemas.microsoft.com/office/drawing/2014/main" id="{98A27D47-EEA1-0428-071A-EA37CDE3EFE2}"/>
              </a:ext>
            </a:extLst>
          </p:cNvPr>
          <p:cNvPicPr preferRelativeResize="0"/>
          <p:nvPr userDrawn="1"/>
        </p:nvPicPr>
        <p:blipFill>
          <a:blip r:embed="rId3">
            <a:alphaModFix/>
          </a:blip>
          <a:stretch>
            <a:fillRect/>
          </a:stretch>
        </p:blipFill>
        <p:spPr>
          <a:xfrm>
            <a:off x="3539975" y="3435625"/>
            <a:ext cx="2064040" cy="841100"/>
          </a:xfrm>
          <a:prstGeom prst="rect">
            <a:avLst/>
          </a:prstGeom>
          <a:noFill/>
          <a:ln>
            <a:noFill/>
          </a:ln>
        </p:spPr>
      </p:pic>
    </p:spTree>
    <p:extLst>
      <p:ext uri="{BB962C8B-B14F-4D97-AF65-F5344CB8AC3E}">
        <p14:creationId xmlns:p14="http://schemas.microsoft.com/office/powerpoint/2010/main" val="191784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098"/>
            <a:ext cx="7886700" cy="99509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370486"/>
            <a:ext cx="7886700" cy="326652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4771678"/>
            <a:ext cx="2057400" cy="274097"/>
          </a:xfrm>
          <a:prstGeom prst="rect">
            <a:avLst/>
          </a:prstGeom>
        </p:spPr>
        <p:txBody>
          <a:bodyPr vert="horz" lIns="91440" tIns="45720" rIns="91440" bIns="45720" rtlCol="0" anchor="ctr"/>
          <a:lstStyle>
            <a:lvl1pPr algn="l">
              <a:defRPr sz="900">
                <a:solidFill>
                  <a:schemeClr val="tx1">
                    <a:tint val="82000"/>
                  </a:schemeClr>
                </a:solidFill>
              </a:defRPr>
            </a:lvl1pPr>
          </a:lstStyle>
          <a:p>
            <a:fld id="{3AE46B03-770D-D440-9F9A-81C3C5FB6F88}" type="datetimeFigureOut">
              <a:rPr lang="en-US" smtClean="0"/>
              <a:t>12/16/25</a:t>
            </a:fld>
            <a:endParaRPr lang="en-US"/>
          </a:p>
        </p:txBody>
      </p:sp>
      <p:sp>
        <p:nvSpPr>
          <p:cNvPr id="5" name="Footer Placeholder 4"/>
          <p:cNvSpPr>
            <a:spLocks noGrp="1"/>
          </p:cNvSpPr>
          <p:nvPr>
            <p:ph type="ftr" sz="quarter" idx="3"/>
          </p:nvPr>
        </p:nvSpPr>
        <p:spPr>
          <a:xfrm>
            <a:off x="3028950" y="4771678"/>
            <a:ext cx="3086100" cy="274097"/>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71678"/>
            <a:ext cx="2057400" cy="274097"/>
          </a:xfrm>
          <a:prstGeom prst="rect">
            <a:avLst/>
          </a:prstGeom>
        </p:spPr>
        <p:txBody>
          <a:bodyPr vert="horz" lIns="91440" tIns="45720" rIns="91440" bIns="45720" rtlCol="0" anchor="ctr"/>
          <a:lstStyle>
            <a:lvl1pPr algn="r">
              <a:defRPr sz="900">
                <a:solidFill>
                  <a:schemeClr val="tx1">
                    <a:tint val="82000"/>
                  </a:schemeClr>
                </a:solidFill>
              </a:defRPr>
            </a:lvl1pPr>
          </a:lstStyle>
          <a:p>
            <a:fld id="{E253BE58-C190-BD42-87BB-13250B56C2C5}" type="slidenum">
              <a:rPr lang="en-US" smtClean="0"/>
              <a:t>‹#›</a:t>
            </a:fld>
            <a:endParaRPr lang="en-US"/>
          </a:p>
        </p:txBody>
      </p:sp>
    </p:spTree>
    <p:extLst>
      <p:ext uri="{BB962C8B-B14F-4D97-AF65-F5344CB8AC3E}">
        <p14:creationId xmlns:p14="http://schemas.microsoft.com/office/powerpoint/2010/main" val="28805749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F29B-34D0-D993-B8B1-4427182B6A0E}"/>
              </a:ext>
            </a:extLst>
          </p:cNvPr>
          <p:cNvSpPr>
            <a:spLocks noGrp="1"/>
          </p:cNvSpPr>
          <p:nvPr>
            <p:ph type="ctrTitle"/>
          </p:nvPr>
        </p:nvSpPr>
        <p:spPr>
          <a:xfrm>
            <a:off x="756610" y="992576"/>
            <a:ext cx="7769808" cy="2207824"/>
          </a:xfrm>
          <a:ln w="25400">
            <a:solidFill>
              <a:schemeClr val="bg1"/>
            </a:solidFill>
          </a:ln>
        </p:spPr>
        <p:txBody>
          <a:bodyPr>
            <a:normAutofit fontScale="90000"/>
          </a:bodyPr>
          <a:lstStyle/>
          <a:p>
            <a:r>
              <a:rPr lang="en-US" dirty="0"/>
              <a:t>Breaking Ciphers with Neural Networks</a:t>
            </a:r>
            <a:br>
              <a:rPr lang="en-US" dirty="0"/>
            </a:br>
            <a:r>
              <a:rPr lang="en-US" sz="2400" dirty="0"/>
              <a:t>Nick </a:t>
            </a:r>
            <a:r>
              <a:rPr lang="en-US" sz="2400" dirty="0" err="1"/>
              <a:t>Cichoski</a:t>
            </a:r>
            <a:endParaRPr lang="en-US" dirty="0"/>
          </a:p>
        </p:txBody>
      </p:sp>
    </p:spTree>
    <p:extLst>
      <p:ext uri="{BB962C8B-B14F-4D97-AF65-F5344CB8AC3E}">
        <p14:creationId xmlns:p14="http://schemas.microsoft.com/office/powerpoint/2010/main" val="59916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F29B-34D0-D993-B8B1-4427182B6A0E}"/>
              </a:ext>
            </a:extLst>
          </p:cNvPr>
          <p:cNvSpPr>
            <a:spLocks noGrp="1"/>
          </p:cNvSpPr>
          <p:nvPr>
            <p:ph type="ctrTitle"/>
          </p:nvPr>
        </p:nvSpPr>
        <p:spPr>
          <a:xfrm>
            <a:off x="765754" y="1367480"/>
            <a:ext cx="7769808" cy="1896830"/>
          </a:xfrm>
          <a:ln w="25400">
            <a:solidFill>
              <a:schemeClr val="bg1"/>
            </a:solidFill>
          </a:ln>
        </p:spPr>
        <p:txBody>
          <a:bodyPr anchor="ctr">
            <a:normAutofit/>
          </a:bodyPr>
          <a:lstStyle/>
          <a:p>
            <a:r>
              <a:rPr lang="en-US" dirty="0"/>
              <a:t>Motivation</a:t>
            </a:r>
          </a:p>
        </p:txBody>
      </p:sp>
    </p:spTree>
    <p:extLst>
      <p:ext uri="{BB962C8B-B14F-4D97-AF65-F5344CB8AC3E}">
        <p14:creationId xmlns:p14="http://schemas.microsoft.com/office/powerpoint/2010/main" val="1332433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F29B-34D0-D993-B8B1-4427182B6A0E}"/>
              </a:ext>
            </a:extLst>
          </p:cNvPr>
          <p:cNvSpPr>
            <a:spLocks noGrp="1"/>
          </p:cNvSpPr>
          <p:nvPr>
            <p:ph type="ctrTitle"/>
          </p:nvPr>
        </p:nvSpPr>
        <p:spPr>
          <a:xfrm>
            <a:off x="765754" y="1367480"/>
            <a:ext cx="7769808" cy="1896830"/>
          </a:xfrm>
          <a:ln w="25400">
            <a:solidFill>
              <a:schemeClr val="bg1"/>
            </a:solidFill>
          </a:ln>
        </p:spPr>
        <p:txBody>
          <a:bodyPr anchor="ctr">
            <a:normAutofit/>
          </a:bodyPr>
          <a:lstStyle/>
          <a:p>
            <a:r>
              <a:rPr lang="en-US" dirty="0"/>
              <a:t>Approach</a:t>
            </a:r>
          </a:p>
        </p:txBody>
      </p:sp>
    </p:spTree>
    <p:extLst>
      <p:ext uri="{BB962C8B-B14F-4D97-AF65-F5344CB8AC3E}">
        <p14:creationId xmlns:p14="http://schemas.microsoft.com/office/powerpoint/2010/main" val="4020923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F29B-34D0-D993-B8B1-4427182B6A0E}"/>
              </a:ext>
            </a:extLst>
          </p:cNvPr>
          <p:cNvSpPr>
            <a:spLocks noGrp="1"/>
          </p:cNvSpPr>
          <p:nvPr>
            <p:ph type="ctrTitle"/>
          </p:nvPr>
        </p:nvSpPr>
        <p:spPr>
          <a:xfrm>
            <a:off x="765754" y="1367480"/>
            <a:ext cx="7769808" cy="1896830"/>
          </a:xfrm>
          <a:ln w="25400">
            <a:solidFill>
              <a:schemeClr val="bg1"/>
            </a:solidFill>
          </a:ln>
        </p:spPr>
        <p:txBody>
          <a:bodyPr anchor="ctr">
            <a:normAutofit/>
          </a:bodyPr>
          <a:lstStyle/>
          <a:p>
            <a:r>
              <a:rPr lang="en-US" dirty="0"/>
              <a:t>Data</a:t>
            </a:r>
          </a:p>
        </p:txBody>
      </p:sp>
    </p:spTree>
    <p:extLst>
      <p:ext uri="{BB962C8B-B14F-4D97-AF65-F5344CB8AC3E}">
        <p14:creationId xmlns:p14="http://schemas.microsoft.com/office/powerpoint/2010/main" val="2817834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F29B-34D0-D993-B8B1-4427182B6A0E}"/>
              </a:ext>
            </a:extLst>
          </p:cNvPr>
          <p:cNvSpPr>
            <a:spLocks noGrp="1"/>
          </p:cNvSpPr>
          <p:nvPr>
            <p:ph type="ctrTitle"/>
          </p:nvPr>
        </p:nvSpPr>
        <p:spPr>
          <a:xfrm>
            <a:off x="765754" y="1367480"/>
            <a:ext cx="7769808" cy="1896830"/>
          </a:xfrm>
          <a:ln w="25400">
            <a:solidFill>
              <a:schemeClr val="bg1"/>
            </a:solidFill>
          </a:ln>
        </p:spPr>
        <p:txBody>
          <a:bodyPr anchor="ctr">
            <a:normAutofit/>
          </a:bodyPr>
          <a:lstStyle/>
          <a:p>
            <a:r>
              <a:rPr lang="en-US" dirty="0"/>
              <a:t>Results</a:t>
            </a:r>
          </a:p>
        </p:txBody>
      </p:sp>
    </p:spTree>
    <p:extLst>
      <p:ext uri="{BB962C8B-B14F-4D97-AF65-F5344CB8AC3E}">
        <p14:creationId xmlns:p14="http://schemas.microsoft.com/office/powerpoint/2010/main" val="651742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F29B-34D0-D993-B8B1-4427182B6A0E}"/>
              </a:ext>
            </a:extLst>
          </p:cNvPr>
          <p:cNvSpPr>
            <a:spLocks noGrp="1"/>
          </p:cNvSpPr>
          <p:nvPr>
            <p:ph type="ctrTitle"/>
          </p:nvPr>
        </p:nvSpPr>
        <p:spPr>
          <a:xfrm>
            <a:off x="765754" y="1367480"/>
            <a:ext cx="7769808" cy="1896830"/>
          </a:xfrm>
          <a:ln w="25400">
            <a:solidFill>
              <a:schemeClr val="bg1"/>
            </a:solidFill>
          </a:ln>
        </p:spPr>
        <p:txBody>
          <a:bodyPr anchor="ctr">
            <a:normAutofit fontScale="90000"/>
          </a:bodyPr>
          <a:lstStyle/>
          <a:p>
            <a:r>
              <a:rPr lang="en-US" dirty="0"/>
              <a:t>Building up the Model</a:t>
            </a:r>
          </a:p>
        </p:txBody>
      </p:sp>
    </p:spTree>
    <p:extLst>
      <p:ext uri="{BB962C8B-B14F-4D97-AF65-F5344CB8AC3E}">
        <p14:creationId xmlns:p14="http://schemas.microsoft.com/office/powerpoint/2010/main" val="2187339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F29B-34D0-D993-B8B1-4427182B6A0E}"/>
              </a:ext>
            </a:extLst>
          </p:cNvPr>
          <p:cNvSpPr>
            <a:spLocks noGrp="1"/>
          </p:cNvSpPr>
          <p:nvPr>
            <p:ph type="ctrTitle"/>
          </p:nvPr>
        </p:nvSpPr>
        <p:spPr>
          <a:xfrm>
            <a:off x="765754" y="1367480"/>
            <a:ext cx="7769808" cy="1896830"/>
          </a:xfrm>
          <a:ln w="25400">
            <a:solidFill>
              <a:schemeClr val="bg1"/>
            </a:solidFill>
          </a:ln>
        </p:spPr>
        <p:txBody>
          <a:bodyPr anchor="ctr">
            <a:normAutofit/>
          </a:bodyPr>
          <a:lstStyle/>
          <a:p>
            <a:r>
              <a:rPr lang="en-US" dirty="0"/>
              <a:t>Takeaway</a:t>
            </a:r>
          </a:p>
        </p:txBody>
      </p:sp>
    </p:spTree>
    <p:extLst>
      <p:ext uri="{BB962C8B-B14F-4D97-AF65-F5344CB8AC3E}">
        <p14:creationId xmlns:p14="http://schemas.microsoft.com/office/powerpoint/2010/main" val="2836431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4235FC90-6D9D-3737-1BC9-68154F55F94E}"/>
              </a:ext>
            </a:extLst>
          </p:cNvPr>
          <p:cNvSpPr>
            <a:spLocks noGrp="1"/>
          </p:cNvSpPr>
          <p:nvPr>
            <p:ph type="subTitle" idx="3"/>
          </p:nvPr>
        </p:nvSpPr>
        <p:spPr>
          <a:xfrm>
            <a:off x="311700" y="155263"/>
            <a:ext cx="7716422" cy="393600"/>
          </a:xfrm>
        </p:spPr>
        <p:txBody>
          <a:bodyPr>
            <a:noAutofit/>
          </a:bodyPr>
          <a:lstStyle/>
          <a:p>
            <a:r>
              <a:rPr lang="en-US" sz="2000" dirty="0"/>
              <a:t>Can a neural network effectively adapt to complex logical tasks?</a:t>
            </a:r>
          </a:p>
        </p:txBody>
      </p:sp>
      <p:sp>
        <p:nvSpPr>
          <p:cNvPr id="6" name="TextBox 5">
            <a:extLst>
              <a:ext uri="{FF2B5EF4-FFF2-40B4-BE49-F238E27FC236}">
                <a16:creationId xmlns:a16="http://schemas.microsoft.com/office/drawing/2014/main" id="{FA267188-4882-ABD9-72E6-33B97B929166}"/>
              </a:ext>
            </a:extLst>
          </p:cNvPr>
          <p:cNvSpPr txBox="1"/>
          <p:nvPr/>
        </p:nvSpPr>
        <p:spPr>
          <a:xfrm>
            <a:off x="457838" y="3048835"/>
            <a:ext cx="4100924"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t>Test how effectively neural networks adapt to strict reasoning tasks</a:t>
            </a:r>
          </a:p>
          <a:p>
            <a:pPr marL="285750" indent="-285750">
              <a:buFont typeface="Arial" panose="020B0604020202020204" pitchFamily="34" charset="0"/>
              <a:buChar char="•"/>
            </a:pPr>
            <a:r>
              <a:rPr lang="en-US" sz="1600" dirty="0"/>
              <a:t>Highlight the developments in computer science over the past 80 years</a:t>
            </a:r>
          </a:p>
          <a:p>
            <a:pPr marL="285750" indent="-285750">
              <a:buFont typeface="Arial" panose="020B0604020202020204" pitchFamily="34" charset="0"/>
              <a:buChar char="•"/>
            </a:pPr>
            <a:r>
              <a:rPr lang="en-US" sz="1600" dirty="0"/>
              <a:t>Solve an interesting problem</a:t>
            </a:r>
          </a:p>
        </p:txBody>
      </p:sp>
      <p:pic>
        <p:nvPicPr>
          <p:cNvPr id="7" name="Picture Placeholder 7">
            <a:extLst>
              <a:ext uri="{FF2B5EF4-FFF2-40B4-BE49-F238E27FC236}">
                <a16:creationId xmlns:a16="http://schemas.microsoft.com/office/drawing/2014/main" id="{3CC1A53A-105A-9C83-71ED-C38BBFB7EFA6}"/>
              </a:ext>
              <a:ext uri="{C183D7F6-B498-43B3-948B-1728B52AA6E4}">
                <adec:decorative xmlns:adec="http://schemas.microsoft.com/office/drawing/2017/decorative" val="1"/>
              </a:ext>
            </a:extLst>
          </p:cNvPr>
          <p:cNvPicPr>
            <a:picLocks noChangeAspect="1"/>
          </p:cNvPicPr>
          <p:nvPr/>
        </p:nvPicPr>
        <p:blipFill>
          <a:blip r:embed="rId2"/>
          <a:srcRect t="8029" b="8029"/>
          <a:stretch>
            <a:fillRect/>
          </a:stretch>
        </p:blipFill>
        <p:spPr>
          <a:xfrm>
            <a:off x="6807899" y="2272493"/>
            <a:ext cx="1896483" cy="2346002"/>
          </a:xfrm>
          <a:prstGeom prst="rect">
            <a:avLst/>
          </a:prstGeom>
        </p:spPr>
      </p:pic>
      <p:sp>
        <p:nvSpPr>
          <p:cNvPr id="8" name="TextBox 7">
            <a:extLst>
              <a:ext uri="{FF2B5EF4-FFF2-40B4-BE49-F238E27FC236}">
                <a16:creationId xmlns:a16="http://schemas.microsoft.com/office/drawing/2014/main" id="{5345D9D3-304F-684D-9AFB-1CC6267A33BB}"/>
              </a:ext>
            </a:extLst>
          </p:cNvPr>
          <p:cNvSpPr txBox="1"/>
          <p:nvPr/>
        </p:nvSpPr>
        <p:spPr>
          <a:xfrm>
            <a:off x="4665443" y="2679503"/>
            <a:ext cx="2007030" cy="1938992"/>
          </a:xfrm>
          <a:prstGeom prst="rect">
            <a:avLst/>
          </a:prstGeom>
          <a:noFill/>
        </p:spPr>
        <p:txBody>
          <a:bodyPr wrap="square" rtlCol="0">
            <a:spAutoFit/>
          </a:bodyPr>
          <a:lstStyle/>
          <a:p>
            <a:r>
              <a:rPr lang="en-US" sz="1200" dirty="0"/>
              <a:t>Above: Picture of a WWII Enigma machine</a:t>
            </a:r>
          </a:p>
          <a:p>
            <a:r>
              <a:rPr lang="en-US" sz="1200" dirty="0"/>
              <a:t>Top Right: Chart depicting the route electricity takes through an Enigma machine. </a:t>
            </a:r>
          </a:p>
          <a:p>
            <a:r>
              <a:rPr lang="en-US" sz="1200" dirty="0"/>
              <a:t>Right: Alan Turing working on the Bombe machine, which would eventually break the Enigma code</a:t>
            </a:r>
          </a:p>
        </p:txBody>
      </p:sp>
      <p:sp>
        <p:nvSpPr>
          <p:cNvPr id="9" name="TextBox 8">
            <a:extLst>
              <a:ext uri="{FF2B5EF4-FFF2-40B4-BE49-F238E27FC236}">
                <a16:creationId xmlns:a16="http://schemas.microsoft.com/office/drawing/2014/main" id="{5E84D1C2-9CDA-4BFA-F7C8-1DD3807E58F3}"/>
              </a:ext>
            </a:extLst>
          </p:cNvPr>
          <p:cNvSpPr txBox="1"/>
          <p:nvPr/>
        </p:nvSpPr>
        <p:spPr>
          <a:xfrm>
            <a:off x="375661" y="985631"/>
            <a:ext cx="4100924" cy="1477328"/>
          </a:xfrm>
          <a:prstGeom prst="rect">
            <a:avLst/>
          </a:prstGeom>
          <a:solidFill>
            <a:schemeClr val="accent1">
              <a:lumMod val="20000"/>
              <a:lumOff val="80000"/>
            </a:schemeClr>
          </a:solidFill>
          <a:ln w="25400">
            <a:solidFill>
              <a:schemeClr val="tx1"/>
            </a:solidFill>
          </a:ln>
        </p:spPr>
        <p:txBody>
          <a:bodyPr wrap="square" rtlCol="0">
            <a:spAutoFit/>
          </a:bodyPr>
          <a:lstStyle/>
          <a:p>
            <a:pPr algn="ctr"/>
            <a:r>
              <a:rPr lang="en-US" dirty="0"/>
              <a:t>Goal: Develop a neural network that successfully learns to translate encrypted text to decrypted text using substitution ciphers and the Enigma cipher.</a:t>
            </a:r>
          </a:p>
        </p:txBody>
      </p:sp>
      <p:sp>
        <p:nvSpPr>
          <p:cNvPr id="10" name="TextBox 9">
            <a:extLst>
              <a:ext uri="{FF2B5EF4-FFF2-40B4-BE49-F238E27FC236}">
                <a16:creationId xmlns:a16="http://schemas.microsoft.com/office/drawing/2014/main" id="{129D6BD8-9C29-AB80-A629-6953472D02F2}"/>
              </a:ext>
            </a:extLst>
          </p:cNvPr>
          <p:cNvSpPr txBox="1"/>
          <p:nvPr/>
        </p:nvSpPr>
        <p:spPr>
          <a:xfrm>
            <a:off x="593447" y="2679503"/>
            <a:ext cx="3665349" cy="369332"/>
          </a:xfrm>
          <a:prstGeom prst="rect">
            <a:avLst/>
          </a:prstGeom>
          <a:noFill/>
        </p:spPr>
        <p:txBody>
          <a:bodyPr wrap="square" rtlCol="0">
            <a:spAutoFit/>
          </a:bodyPr>
          <a:lstStyle/>
          <a:p>
            <a:pPr algn="ctr"/>
            <a:r>
              <a:rPr lang="en-US" dirty="0"/>
              <a:t>Motivation:</a:t>
            </a:r>
          </a:p>
        </p:txBody>
      </p:sp>
      <p:pic>
        <p:nvPicPr>
          <p:cNvPr id="11" name="Picture 10">
            <a:extLst>
              <a:ext uri="{FF2B5EF4-FFF2-40B4-BE49-F238E27FC236}">
                <a16:creationId xmlns:a16="http://schemas.microsoft.com/office/drawing/2014/main" id="{36BBBC31-0301-F00F-258A-1899ECB1CA8F}"/>
              </a:ext>
            </a:extLst>
          </p:cNvPr>
          <p:cNvPicPr>
            <a:picLocks noChangeAspect="1"/>
          </p:cNvPicPr>
          <p:nvPr/>
        </p:nvPicPr>
        <p:blipFill>
          <a:blip r:embed="rId3"/>
          <a:stretch>
            <a:fillRect/>
          </a:stretch>
        </p:blipFill>
        <p:spPr>
          <a:xfrm>
            <a:off x="6552864" y="797818"/>
            <a:ext cx="2151518" cy="1434345"/>
          </a:xfrm>
          <a:prstGeom prst="rect">
            <a:avLst/>
          </a:prstGeom>
        </p:spPr>
      </p:pic>
      <p:pic>
        <p:nvPicPr>
          <p:cNvPr id="12" name="Picture Placeholder 6">
            <a:extLst>
              <a:ext uri="{FF2B5EF4-FFF2-40B4-BE49-F238E27FC236}">
                <a16:creationId xmlns:a16="http://schemas.microsoft.com/office/drawing/2014/main" id="{E354A5AC-3AAA-FD40-D6E6-FA69FAA6CE14}"/>
              </a:ext>
            </a:extLst>
          </p:cNvPr>
          <p:cNvPicPr>
            <a:picLocks noChangeAspect="1"/>
          </p:cNvPicPr>
          <p:nvPr/>
        </p:nvPicPr>
        <p:blipFill rotWithShape="1">
          <a:blip r:embed="rId4"/>
          <a:srcRect t="260" b="-217"/>
          <a:stretch/>
        </p:blipFill>
        <p:spPr>
          <a:xfrm>
            <a:off x="5069447" y="797818"/>
            <a:ext cx="1113826" cy="1670063"/>
          </a:xfrm>
          <a:prstGeom prst="rect">
            <a:avLst/>
          </a:prstGeom>
        </p:spPr>
      </p:pic>
    </p:spTree>
    <p:extLst>
      <p:ext uri="{BB962C8B-B14F-4D97-AF65-F5344CB8AC3E}">
        <p14:creationId xmlns:p14="http://schemas.microsoft.com/office/powerpoint/2010/main" val="368316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E6AE94E-463E-E946-72E4-678D9917F5B1}"/>
              </a:ext>
            </a:extLst>
          </p:cNvPr>
          <p:cNvSpPr txBox="1"/>
          <p:nvPr/>
        </p:nvSpPr>
        <p:spPr>
          <a:xfrm>
            <a:off x="4645154" y="2804032"/>
            <a:ext cx="4169662" cy="1169551"/>
          </a:xfrm>
          <a:prstGeom prst="rect">
            <a:avLst/>
          </a:prstGeom>
          <a:noFill/>
        </p:spPr>
        <p:txBody>
          <a:bodyPr wrap="square" rtlCol="0">
            <a:spAutoFit/>
          </a:bodyPr>
          <a:lstStyle/>
          <a:p>
            <a:r>
              <a:rPr lang="en-US" sz="1400" dirty="0"/>
              <a:t>Original Text: stand ho give the word ho and stand what now </a:t>
            </a:r>
            <a:r>
              <a:rPr lang="en-US" sz="1400" dirty="0" err="1"/>
              <a:t>lucilius</a:t>
            </a:r>
            <a:r>
              <a:rPr lang="en-US" sz="1400" dirty="0"/>
              <a:t> is </a:t>
            </a:r>
            <a:r>
              <a:rPr lang="en-US" sz="1400" dirty="0" err="1"/>
              <a:t>cassius</a:t>
            </a:r>
            <a:r>
              <a:rPr lang="en-US" sz="1400" dirty="0"/>
              <a:t> near he is at hand</a:t>
            </a:r>
          </a:p>
          <a:p>
            <a:r>
              <a:rPr lang="en-US" sz="1400" dirty="0"/>
              <a:t>Cipher: MBVUYRIDZNYTGGHDPJOBBODSURIANBDVUPYIHZTOCFGNGHODFCZIXFOMWKVGRNLQKXWJOJL</a:t>
            </a:r>
          </a:p>
        </p:txBody>
      </p:sp>
      <p:sp>
        <p:nvSpPr>
          <p:cNvPr id="7" name="TextBox 6">
            <a:extLst>
              <a:ext uri="{FF2B5EF4-FFF2-40B4-BE49-F238E27FC236}">
                <a16:creationId xmlns:a16="http://schemas.microsoft.com/office/drawing/2014/main" id="{E42B2928-1266-A32D-D960-99A15F0471D5}"/>
              </a:ext>
            </a:extLst>
          </p:cNvPr>
          <p:cNvSpPr txBox="1"/>
          <p:nvPr/>
        </p:nvSpPr>
        <p:spPr>
          <a:xfrm>
            <a:off x="137158" y="2804032"/>
            <a:ext cx="4361690" cy="1815882"/>
          </a:xfrm>
          <a:prstGeom prst="rect">
            <a:avLst/>
          </a:prstGeom>
          <a:noFill/>
        </p:spPr>
        <p:txBody>
          <a:bodyPr wrap="square" rtlCol="0">
            <a:spAutoFit/>
          </a:bodyPr>
          <a:lstStyle/>
          <a:p>
            <a:r>
              <a:rPr lang="en-US" sz="1400" dirty="0"/>
              <a:t>Original Text: as he sat upon the mount of olives the disciples came unto him privately saying tell us when shall these things be and what shall be the sign of thy coming and of the end of the world </a:t>
            </a:r>
          </a:p>
          <a:p>
            <a:r>
              <a:rPr lang="en-US" sz="1400" dirty="0"/>
              <a:t>Cipher: </a:t>
            </a:r>
            <a:r>
              <a:rPr lang="en-US" sz="1400" dirty="0" err="1"/>
              <a:t>pz</a:t>
            </a:r>
            <a:r>
              <a:rPr lang="en-US" sz="1400" dirty="0"/>
              <a:t> do </a:t>
            </a:r>
            <a:r>
              <a:rPr lang="en-US" sz="1400" dirty="0" err="1"/>
              <a:t>zpu</a:t>
            </a:r>
            <a:r>
              <a:rPr lang="en-US" sz="1400" dirty="0"/>
              <a:t> </a:t>
            </a:r>
            <a:r>
              <a:rPr lang="en-US" sz="1400" dirty="0" err="1"/>
              <a:t>jqsc</a:t>
            </a:r>
            <a:r>
              <a:rPr lang="en-US" sz="1400" dirty="0"/>
              <a:t> udo </a:t>
            </a:r>
            <a:r>
              <a:rPr lang="en-US" sz="1400" dirty="0" err="1"/>
              <a:t>rsjcu</a:t>
            </a:r>
            <a:r>
              <a:rPr lang="en-US" sz="1400" dirty="0"/>
              <a:t> </a:t>
            </a:r>
            <a:r>
              <a:rPr lang="en-US" sz="1400" dirty="0" err="1"/>
              <a:t>sx</a:t>
            </a:r>
            <a:r>
              <a:rPr lang="en-US" sz="1400" dirty="0"/>
              <a:t> </a:t>
            </a:r>
            <a:r>
              <a:rPr lang="en-US" sz="1400" dirty="0" err="1"/>
              <a:t>slfeoz</a:t>
            </a:r>
            <a:r>
              <a:rPr lang="en-US" sz="1400" dirty="0"/>
              <a:t> udo </a:t>
            </a:r>
            <a:r>
              <a:rPr lang="en-US" sz="1400" dirty="0" err="1"/>
              <a:t>afztfqloz</a:t>
            </a:r>
            <a:r>
              <a:rPr lang="en-US" sz="1400" dirty="0"/>
              <a:t> </a:t>
            </a:r>
            <a:r>
              <a:rPr lang="en-US" sz="1400" dirty="0" err="1"/>
              <a:t>tpro</a:t>
            </a:r>
            <a:r>
              <a:rPr lang="en-US" sz="1400" dirty="0"/>
              <a:t> </a:t>
            </a:r>
            <a:r>
              <a:rPr lang="en-US" sz="1400" dirty="0" err="1"/>
              <a:t>jcus</a:t>
            </a:r>
            <a:r>
              <a:rPr lang="en-US" sz="1400" dirty="0"/>
              <a:t> </a:t>
            </a:r>
            <a:r>
              <a:rPr lang="en-US" sz="1400" dirty="0" err="1"/>
              <a:t>dfr</a:t>
            </a:r>
            <a:r>
              <a:rPr lang="en-US" sz="1400" dirty="0"/>
              <a:t> </a:t>
            </a:r>
            <a:r>
              <a:rPr lang="en-US" sz="1400" dirty="0" err="1"/>
              <a:t>qvfepuolh</a:t>
            </a:r>
            <a:r>
              <a:rPr lang="en-US" sz="1400" dirty="0"/>
              <a:t> </a:t>
            </a:r>
            <a:r>
              <a:rPr lang="en-US" sz="1400" dirty="0" err="1"/>
              <a:t>zphfcy</a:t>
            </a:r>
            <a:r>
              <a:rPr lang="en-US" sz="1400" dirty="0"/>
              <a:t> </a:t>
            </a:r>
            <a:r>
              <a:rPr lang="en-US" sz="1400" dirty="0" err="1"/>
              <a:t>uoll</a:t>
            </a:r>
            <a:r>
              <a:rPr lang="en-US" sz="1400" dirty="0"/>
              <a:t> </a:t>
            </a:r>
            <a:r>
              <a:rPr lang="en-US" sz="1400" dirty="0" err="1"/>
              <a:t>jz</a:t>
            </a:r>
            <a:r>
              <a:rPr lang="en-US" sz="1400" dirty="0"/>
              <a:t> </a:t>
            </a:r>
            <a:r>
              <a:rPr lang="en-US" sz="1400" dirty="0" err="1"/>
              <a:t>idoc</a:t>
            </a:r>
            <a:r>
              <a:rPr lang="en-US" sz="1400" dirty="0"/>
              <a:t> </a:t>
            </a:r>
            <a:r>
              <a:rPr lang="en-US" sz="1400" dirty="0" err="1"/>
              <a:t>zdpll</a:t>
            </a:r>
            <a:r>
              <a:rPr lang="en-US" sz="1400" dirty="0"/>
              <a:t> </a:t>
            </a:r>
            <a:r>
              <a:rPr lang="en-US" sz="1400" dirty="0" err="1"/>
              <a:t>udozo</a:t>
            </a:r>
            <a:r>
              <a:rPr lang="en-US" sz="1400" dirty="0"/>
              <a:t> </a:t>
            </a:r>
            <a:r>
              <a:rPr lang="en-US" sz="1400" dirty="0" err="1"/>
              <a:t>udfcyz</a:t>
            </a:r>
            <a:r>
              <a:rPr lang="en-US" sz="1400" dirty="0"/>
              <a:t> ko </a:t>
            </a:r>
            <a:r>
              <a:rPr lang="en-US" sz="1400" dirty="0" err="1"/>
              <a:t>pca</a:t>
            </a:r>
            <a:r>
              <a:rPr lang="en-US" sz="1400" dirty="0"/>
              <a:t> </a:t>
            </a:r>
            <a:r>
              <a:rPr lang="en-US" sz="1400" dirty="0" err="1"/>
              <a:t>idpu</a:t>
            </a:r>
            <a:r>
              <a:rPr lang="en-US" sz="1400" dirty="0"/>
              <a:t> </a:t>
            </a:r>
            <a:r>
              <a:rPr lang="en-US" sz="1400" dirty="0" err="1"/>
              <a:t>zdpll</a:t>
            </a:r>
            <a:r>
              <a:rPr lang="en-US" sz="1400" dirty="0"/>
              <a:t> ko udo </a:t>
            </a:r>
            <a:r>
              <a:rPr lang="en-US" sz="1400" dirty="0" err="1"/>
              <a:t>zfyc</a:t>
            </a:r>
            <a:r>
              <a:rPr lang="en-US" sz="1400" dirty="0"/>
              <a:t> </a:t>
            </a:r>
            <a:r>
              <a:rPr lang="en-US" sz="1400" dirty="0" err="1"/>
              <a:t>sx</a:t>
            </a:r>
            <a:r>
              <a:rPr lang="en-US" sz="1400" dirty="0"/>
              <a:t> </a:t>
            </a:r>
            <a:r>
              <a:rPr lang="en-US" sz="1400" dirty="0" err="1"/>
              <a:t>udh</a:t>
            </a:r>
            <a:r>
              <a:rPr lang="en-US" sz="1400" dirty="0"/>
              <a:t> </a:t>
            </a:r>
            <a:r>
              <a:rPr lang="en-US" sz="1400" dirty="0" err="1"/>
              <a:t>tsrfcy</a:t>
            </a:r>
            <a:r>
              <a:rPr lang="en-US" sz="1400" dirty="0"/>
              <a:t> </a:t>
            </a:r>
            <a:r>
              <a:rPr lang="en-US" sz="1400" dirty="0" err="1"/>
              <a:t>pca</a:t>
            </a:r>
            <a:r>
              <a:rPr lang="en-US" sz="1400" dirty="0"/>
              <a:t> </a:t>
            </a:r>
            <a:r>
              <a:rPr lang="en-US" sz="1400" dirty="0" err="1"/>
              <a:t>sx</a:t>
            </a:r>
            <a:r>
              <a:rPr lang="en-US" sz="1400" dirty="0"/>
              <a:t> udo oca </a:t>
            </a:r>
            <a:r>
              <a:rPr lang="en-US" sz="1400" dirty="0" err="1"/>
              <a:t>sx</a:t>
            </a:r>
            <a:r>
              <a:rPr lang="en-US" sz="1400" dirty="0"/>
              <a:t> udo </a:t>
            </a:r>
            <a:r>
              <a:rPr lang="en-US" sz="1400" dirty="0" err="1"/>
              <a:t>isvla</a:t>
            </a:r>
            <a:endParaRPr lang="en-US" sz="1400" dirty="0"/>
          </a:p>
        </p:txBody>
      </p:sp>
      <p:sp>
        <p:nvSpPr>
          <p:cNvPr id="11" name="Rectangle 10">
            <a:extLst>
              <a:ext uri="{FF2B5EF4-FFF2-40B4-BE49-F238E27FC236}">
                <a16:creationId xmlns:a16="http://schemas.microsoft.com/office/drawing/2014/main" id="{4EAF2A12-001D-BD4F-8F3C-E588EF1E8BC1}"/>
              </a:ext>
            </a:extLst>
          </p:cNvPr>
          <p:cNvSpPr/>
          <p:nvPr/>
        </p:nvSpPr>
        <p:spPr>
          <a:xfrm>
            <a:off x="320038" y="848722"/>
            <a:ext cx="3831336" cy="13849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000000"/>
                </a:solidFill>
              </a:rPr>
              <a:t>Data Processing:</a:t>
            </a:r>
          </a:p>
          <a:p>
            <a:pPr marL="285750" indent="-285750">
              <a:buFont typeface="Arial" panose="020B0604020202020204" pitchFamily="34" charset="0"/>
              <a:buChar char="•"/>
            </a:pPr>
            <a:r>
              <a:rPr lang="en-US" sz="1400" dirty="0">
                <a:solidFill>
                  <a:srgbClr val="000000"/>
                </a:solidFill>
              </a:rPr>
              <a:t>Downloaded from Project Gutenberg</a:t>
            </a:r>
          </a:p>
          <a:p>
            <a:pPr marL="285750" indent="-285750">
              <a:buFont typeface="Arial" panose="020B0604020202020204" pitchFamily="34" charset="0"/>
              <a:buChar char="•"/>
            </a:pPr>
            <a:r>
              <a:rPr lang="en-US" sz="1400" dirty="0">
                <a:solidFill>
                  <a:srgbClr val="000000"/>
                </a:solidFill>
              </a:rPr>
              <a:t>Every ten lines of text were joined</a:t>
            </a:r>
          </a:p>
          <a:p>
            <a:pPr marL="285750" indent="-285750">
              <a:buFont typeface="Arial" panose="020B0604020202020204" pitchFamily="34" charset="0"/>
              <a:buChar char="•"/>
            </a:pPr>
            <a:r>
              <a:rPr lang="en-US" sz="1400" dirty="0">
                <a:solidFill>
                  <a:srgbClr val="000000"/>
                </a:solidFill>
              </a:rPr>
              <a:t>Text lines were shuffled</a:t>
            </a:r>
          </a:p>
          <a:p>
            <a:pPr marL="285750" indent="-285750">
              <a:buFont typeface="Arial" panose="020B0604020202020204" pitchFamily="34" charset="0"/>
              <a:buChar char="•"/>
            </a:pPr>
            <a:r>
              <a:rPr lang="en-US" sz="1400" dirty="0">
                <a:solidFill>
                  <a:srgbClr val="000000"/>
                </a:solidFill>
              </a:rPr>
              <a:t>Text was fed into an enigma machine or a substitution cipher</a:t>
            </a:r>
          </a:p>
        </p:txBody>
      </p:sp>
      <p:sp>
        <p:nvSpPr>
          <p:cNvPr id="12" name="Rectangle 11">
            <a:extLst>
              <a:ext uri="{FF2B5EF4-FFF2-40B4-BE49-F238E27FC236}">
                <a16:creationId xmlns:a16="http://schemas.microsoft.com/office/drawing/2014/main" id="{8C283193-416F-7003-582A-856D5E066169}"/>
              </a:ext>
            </a:extLst>
          </p:cNvPr>
          <p:cNvSpPr/>
          <p:nvPr/>
        </p:nvSpPr>
        <p:spPr>
          <a:xfrm>
            <a:off x="4285112" y="848721"/>
            <a:ext cx="2194560" cy="13849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a:solidFill>
                  <a:srgbClr val="000000"/>
                </a:solidFill>
              </a:rPr>
              <a:t>Data Sources:</a:t>
            </a:r>
          </a:p>
          <a:p>
            <a:pPr marL="285750" indent="-285750">
              <a:buFont typeface="Arial" panose="020B0604020202020204" pitchFamily="34" charset="0"/>
              <a:buChar char="•"/>
            </a:pPr>
            <a:r>
              <a:rPr lang="en-US" sz="1400" dirty="0">
                <a:solidFill>
                  <a:srgbClr val="000000"/>
                </a:solidFill>
              </a:rPr>
              <a:t>Shakespeare's works</a:t>
            </a:r>
          </a:p>
          <a:p>
            <a:pPr marL="285750" indent="-285750">
              <a:buFont typeface="Arial" panose="020B0604020202020204" pitchFamily="34" charset="0"/>
              <a:buChar char="•"/>
            </a:pPr>
            <a:r>
              <a:rPr lang="en-US" sz="1400" dirty="0">
                <a:solidFill>
                  <a:srgbClr val="000000"/>
                </a:solidFill>
              </a:rPr>
              <a:t>The Bible</a:t>
            </a:r>
          </a:p>
          <a:p>
            <a:pPr marL="285750" indent="-285750">
              <a:buFont typeface="Arial" panose="020B0604020202020204" pitchFamily="34" charset="0"/>
              <a:buChar char="•"/>
            </a:pPr>
            <a:r>
              <a:rPr lang="en-US" sz="1400" dirty="0">
                <a:solidFill>
                  <a:srgbClr val="000000"/>
                </a:solidFill>
              </a:rPr>
              <a:t>War and Peace</a:t>
            </a:r>
          </a:p>
          <a:p>
            <a:pPr marL="285750" indent="-285750">
              <a:buFont typeface="Arial" panose="020B0604020202020204" pitchFamily="34" charset="0"/>
              <a:buChar char="•"/>
            </a:pPr>
            <a:r>
              <a:rPr lang="en-US" sz="1400" dirty="0">
                <a:solidFill>
                  <a:srgbClr val="000000"/>
                </a:solidFill>
              </a:rPr>
              <a:t>Ulysses</a:t>
            </a:r>
          </a:p>
        </p:txBody>
      </p:sp>
      <p:sp>
        <p:nvSpPr>
          <p:cNvPr id="13" name="Rectangle 12">
            <a:extLst>
              <a:ext uri="{FF2B5EF4-FFF2-40B4-BE49-F238E27FC236}">
                <a16:creationId xmlns:a16="http://schemas.microsoft.com/office/drawing/2014/main" id="{59CC8CE7-8108-8DBC-AAC5-3CFDCCC1B2FB}"/>
              </a:ext>
            </a:extLst>
          </p:cNvPr>
          <p:cNvSpPr/>
          <p:nvPr/>
        </p:nvSpPr>
        <p:spPr>
          <a:xfrm>
            <a:off x="6613410" y="848720"/>
            <a:ext cx="2340864" cy="13849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a:solidFill>
                  <a:srgbClr val="000000"/>
                </a:solidFill>
              </a:rPr>
              <a:t>Data Statistics:</a:t>
            </a:r>
          </a:p>
          <a:p>
            <a:pPr marL="285750" indent="-285750">
              <a:buFont typeface="Arial" panose="020B0604020202020204" pitchFamily="34" charset="0"/>
              <a:buChar char="•"/>
            </a:pPr>
            <a:r>
              <a:rPr lang="en-US" sz="1400" dirty="0">
                <a:solidFill>
                  <a:srgbClr val="000000"/>
                </a:solidFill>
              </a:rPr>
              <a:t>Lines: 27,529</a:t>
            </a:r>
          </a:p>
          <a:p>
            <a:pPr marL="285750" indent="-285750">
              <a:buFont typeface="Arial" panose="020B0604020202020204" pitchFamily="34" charset="0"/>
              <a:buChar char="•"/>
            </a:pPr>
            <a:r>
              <a:rPr lang="en-US" sz="1400" dirty="0">
                <a:solidFill>
                  <a:srgbClr val="000000"/>
                </a:solidFill>
              </a:rPr>
              <a:t>Chars per line: 492</a:t>
            </a:r>
          </a:p>
          <a:p>
            <a:pPr marL="285750" indent="-285750">
              <a:buFont typeface="Arial" panose="020B0604020202020204" pitchFamily="34" charset="0"/>
              <a:buChar char="•"/>
            </a:pPr>
            <a:r>
              <a:rPr lang="en-US" sz="1400" dirty="0">
                <a:solidFill>
                  <a:srgbClr val="000000"/>
                </a:solidFill>
              </a:rPr>
              <a:t>Words per Line: 94</a:t>
            </a:r>
          </a:p>
        </p:txBody>
      </p:sp>
      <p:sp>
        <p:nvSpPr>
          <p:cNvPr id="15" name="TextBox 14">
            <a:extLst>
              <a:ext uri="{FF2B5EF4-FFF2-40B4-BE49-F238E27FC236}">
                <a16:creationId xmlns:a16="http://schemas.microsoft.com/office/drawing/2014/main" id="{E85981FE-B6CE-79B5-9EF3-6D21900F0C0A}"/>
              </a:ext>
            </a:extLst>
          </p:cNvPr>
          <p:cNvSpPr txBox="1"/>
          <p:nvPr/>
        </p:nvSpPr>
        <p:spPr>
          <a:xfrm>
            <a:off x="640078" y="2434701"/>
            <a:ext cx="3337560" cy="369332"/>
          </a:xfrm>
          <a:prstGeom prst="rect">
            <a:avLst/>
          </a:prstGeom>
          <a:noFill/>
        </p:spPr>
        <p:txBody>
          <a:bodyPr wrap="square" rtlCol="0">
            <a:spAutoFit/>
          </a:bodyPr>
          <a:lstStyle/>
          <a:p>
            <a:pPr algn="ctr"/>
            <a:r>
              <a:rPr lang="en-US" dirty="0"/>
              <a:t>Substitution Cipher Example</a:t>
            </a:r>
          </a:p>
        </p:txBody>
      </p:sp>
      <p:sp>
        <p:nvSpPr>
          <p:cNvPr id="16" name="TextBox 15">
            <a:extLst>
              <a:ext uri="{FF2B5EF4-FFF2-40B4-BE49-F238E27FC236}">
                <a16:creationId xmlns:a16="http://schemas.microsoft.com/office/drawing/2014/main" id="{2B1ECE3D-9E3E-A9CE-B390-1DA780B89152}"/>
              </a:ext>
            </a:extLst>
          </p:cNvPr>
          <p:cNvSpPr txBox="1"/>
          <p:nvPr/>
        </p:nvSpPr>
        <p:spPr>
          <a:xfrm>
            <a:off x="4944630" y="2434701"/>
            <a:ext cx="3337560" cy="369332"/>
          </a:xfrm>
          <a:prstGeom prst="rect">
            <a:avLst/>
          </a:prstGeom>
          <a:noFill/>
        </p:spPr>
        <p:txBody>
          <a:bodyPr wrap="square" rtlCol="0">
            <a:spAutoFit/>
          </a:bodyPr>
          <a:lstStyle/>
          <a:p>
            <a:pPr algn="ctr"/>
            <a:r>
              <a:rPr lang="en-US" dirty="0"/>
              <a:t>Enigma Cipher Example</a:t>
            </a:r>
          </a:p>
        </p:txBody>
      </p:sp>
    </p:spTree>
    <p:extLst>
      <p:ext uri="{BB962C8B-B14F-4D97-AF65-F5344CB8AC3E}">
        <p14:creationId xmlns:p14="http://schemas.microsoft.com/office/powerpoint/2010/main" val="2550851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7BF830C8-EED5-0029-1880-3D50EEE196D6}"/>
              </a:ext>
            </a:extLst>
          </p:cNvPr>
          <p:cNvSpPr>
            <a:spLocks noGrp="1"/>
          </p:cNvSpPr>
          <p:nvPr>
            <p:ph type="subTitle" idx="3"/>
          </p:nvPr>
        </p:nvSpPr>
        <p:spPr>
          <a:xfrm>
            <a:off x="311699" y="155263"/>
            <a:ext cx="5461419" cy="393600"/>
          </a:xfrm>
        </p:spPr>
        <p:txBody>
          <a:bodyPr>
            <a:noAutofit/>
          </a:bodyPr>
          <a:lstStyle/>
          <a:p>
            <a:r>
              <a:rPr lang="en-US" sz="2000" dirty="0"/>
              <a:t>The Encoder-Decoder based model</a:t>
            </a:r>
          </a:p>
        </p:txBody>
      </p:sp>
      <p:sp>
        <p:nvSpPr>
          <p:cNvPr id="8" name="Rounded Rectangle 7">
            <a:extLst>
              <a:ext uri="{FF2B5EF4-FFF2-40B4-BE49-F238E27FC236}">
                <a16:creationId xmlns:a16="http://schemas.microsoft.com/office/drawing/2014/main" id="{BA96E4F7-B057-C1FF-A8E5-840035F36736}"/>
              </a:ext>
            </a:extLst>
          </p:cNvPr>
          <p:cNvSpPr/>
          <p:nvPr/>
        </p:nvSpPr>
        <p:spPr>
          <a:xfrm>
            <a:off x="311698" y="2052730"/>
            <a:ext cx="1371600" cy="1790055"/>
          </a:xfrm>
          <a:prstGeom prst="round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8533E9D5-884C-2F6F-0606-3C50E0DA7B01}"/>
              </a:ext>
            </a:extLst>
          </p:cNvPr>
          <p:cNvSpPr/>
          <p:nvPr/>
        </p:nvSpPr>
        <p:spPr>
          <a:xfrm>
            <a:off x="1943343" y="1241403"/>
            <a:ext cx="1371600" cy="2601381"/>
          </a:xfrm>
          <a:prstGeom prst="round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B4A21E7-A513-FBBE-96E0-FD598CEE107D}"/>
              </a:ext>
            </a:extLst>
          </p:cNvPr>
          <p:cNvSpPr/>
          <p:nvPr/>
        </p:nvSpPr>
        <p:spPr>
          <a:xfrm>
            <a:off x="446434" y="4353997"/>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Tokenization</a:t>
            </a:r>
          </a:p>
        </p:txBody>
      </p:sp>
      <p:sp>
        <p:nvSpPr>
          <p:cNvPr id="13" name="Rectangle 12">
            <a:extLst>
              <a:ext uri="{FF2B5EF4-FFF2-40B4-BE49-F238E27FC236}">
                <a16:creationId xmlns:a16="http://schemas.microsoft.com/office/drawing/2014/main" id="{CD9EBCCB-1D11-83A2-2D93-7670F7C791D2}"/>
              </a:ext>
            </a:extLst>
          </p:cNvPr>
          <p:cNvSpPr/>
          <p:nvPr/>
        </p:nvSpPr>
        <p:spPr>
          <a:xfrm>
            <a:off x="446435" y="4689874"/>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Text</a:t>
            </a:r>
          </a:p>
        </p:txBody>
      </p:sp>
      <p:sp>
        <p:nvSpPr>
          <p:cNvPr id="14" name="Rectangle 13">
            <a:extLst>
              <a:ext uri="{FF2B5EF4-FFF2-40B4-BE49-F238E27FC236}">
                <a16:creationId xmlns:a16="http://schemas.microsoft.com/office/drawing/2014/main" id="{A5274D93-CE91-9039-9649-01B304467EB2}"/>
              </a:ext>
            </a:extLst>
          </p:cNvPr>
          <p:cNvSpPr/>
          <p:nvPr/>
        </p:nvSpPr>
        <p:spPr>
          <a:xfrm>
            <a:off x="446434" y="4014117"/>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Embedding</a:t>
            </a:r>
          </a:p>
        </p:txBody>
      </p:sp>
      <p:sp>
        <p:nvSpPr>
          <p:cNvPr id="16" name="Rectangle 15">
            <a:extLst>
              <a:ext uri="{FF2B5EF4-FFF2-40B4-BE49-F238E27FC236}">
                <a16:creationId xmlns:a16="http://schemas.microsoft.com/office/drawing/2014/main" id="{607E4C27-E624-9446-2E58-AD101A3DBA7B}"/>
              </a:ext>
            </a:extLst>
          </p:cNvPr>
          <p:cNvSpPr/>
          <p:nvPr/>
        </p:nvSpPr>
        <p:spPr>
          <a:xfrm>
            <a:off x="446433" y="3386582"/>
            <a:ext cx="1102125" cy="3134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Multi-head Attention</a:t>
            </a:r>
          </a:p>
        </p:txBody>
      </p:sp>
      <p:sp>
        <p:nvSpPr>
          <p:cNvPr id="17" name="Rectangle 16">
            <a:extLst>
              <a:ext uri="{FF2B5EF4-FFF2-40B4-BE49-F238E27FC236}">
                <a16:creationId xmlns:a16="http://schemas.microsoft.com/office/drawing/2014/main" id="{EEBDA00F-F0EA-5C46-EED2-F81C5E97F658}"/>
              </a:ext>
            </a:extLst>
          </p:cNvPr>
          <p:cNvSpPr/>
          <p:nvPr/>
        </p:nvSpPr>
        <p:spPr>
          <a:xfrm>
            <a:off x="446433" y="3057151"/>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Normalize</a:t>
            </a:r>
          </a:p>
        </p:txBody>
      </p:sp>
      <p:sp>
        <p:nvSpPr>
          <p:cNvPr id="18" name="Rectangle 17">
            <a:extLst>
              <a:ext uri="{FF2B5EF4-FFF2-40B4-BE49-F238E27FC236}">
                <a16:creationId xmlns:a16="http://schemas.microsoft.com/office/drawing/2014/main" id="{8B82B03A-9794-2757-37E9-1A90409B0577}"/>
              </a:ext>
            </a:extLst>
          </p:cNvPr>
          <p:cNvSpPr/>
          <p:nvPr/>
        </p:nvSpPr>
        <p:spPr>
          <a:xfrm>
            <a:off x="446432" y="2569852"/>
            <a:ext cx="1102125" cy="3134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Feed Forward Layer</a:t>
            </a:r>
          </a:p>
        </p:txBody>
      </p:sp>
      <p:sp>
        <p:nvSpPr>
          <p:cNvPr id="19" name="Rectangle 18">
            <a:extLst>
              <a:ext uri="{FF2B5EF4-FFF2-40B4-BE49-F238E27FC236}">
                <a16:creationId xmlns:a16="http://schemas.microsoft.com/office/drawing/2014/main" id="{4BDB0317-A20D-57AB-0586-C6E66C016978}"/>
              </a:ext>
            </a:extLst>
          </p:cNvPr>
          <p:cNvSpPr/>
          <p:nvPr/>
        </p:nvSpPr>
        <p:spPr>
          <a:xfrm>
            <a:off x="446432" y="2212207"/>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Normalize</a:t>
            </a:r>
          </a:p>
        </p:txBody>
      </p:sp>
      <p:sp>
        <p:nvSpPr>
          <p:cNvPr id="20" name="Rectangle 19">
            <a:extLst>
              <a:ext uri="{FF2B5EF4-FFF2-40B4-BE49-F238E27FC236}">
                <a16:creationId xmlns:a16="http://schemas.microsoft.com/office/drawing/2014/main" id="{69F26096-7027-7CF2-7E11-92BEC00C076B}"/>
              </a:ext>
            </a:extLst>
          </p:cNvPr>
          <p:cNvSpPr/>
          <p:nvPr/>
        </p:nvSpPr>
        <p:spPr>
          <a:xfrm>
            <a:off x="2070352" y="4353997"/>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Tokenization</a:t>
            </a:r>
          </a:p>
        </p:txBody>
      </p:sp>
      <p:sp>
        <p:nvSpPr>
          <p:cNvPr id="21" name="Rectangle 20">
            <a:extLst>
              <a:ext uri="{FF2B5EF4-FFF2-40B4-BE49-F238E27FC236}">
                <a16:creationId xmlns:a16="http://schemas.microsoft.com/office/drawing/2014/main" id="{E655577E-CFC6-E572-EA1F-D410D91C26A8}"/>
              </a:ext>
            </a:extLst>
          </p:cNvPr>
          <p:cNvSpPr/>
          <p:nvPr/>
        </p:nvSpPr>
        <p:spPr>
          <a:xfrm>
            <a:off x="2070353" y="4681288"/>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Text</a:t>
            </a:r>
          </a:p>
        </p:txBody>
      </p:sp>
      <p:sp>
        <p:nvSpPr>
          <p:cNvPr id="22" name="Rectangle 21">
            <a:extLst>
              <a:ext uri="{FF2B5EF4-FFF2-40B4-BE49-F238E27FC236}">
                <a16:creationId xmlns:a16="http://schemas.microsoft.com/office/drawing/2014/main" id="{F721E442-7FF8-18CB-73C6-5320346D3220}"/>
              </a:ext>
            </a:extLst>
          </p:cNvPr>
          <p:cNvSpPr/>
          <p:nvPr/>
        </p:nvSpPr>
        <p:spPr>
          <a:xfrm>
            <a:off x="2070352" y="4014117"/>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Embedding</a:t>
            </a:r>
          </a:p>
        </p:txBody>
      </p:sp>
      <p:sp>
        <p:nvSpPr>
          <p:cNvPr id="23" name="Rectangle 22">
            <a:extLst>
              <a:ext uri="{FF2B5EF4-FFF2-40B4-BE49-F238E27FC236}">
                <a16:creationId xmlns:a16="http://schemas.microsoft.com/office/drawing/2014/main" id="{A4B78600-8F32-5176-FB00-829DD9E8E420}"/>
              </a:ext>
            </a:extLst>
          </p:cNvPr>
          <p:cNvSpPr/>
          <p:nvPr/>
        </p:nvSpPr>
        <p:spPr>
          <a:xfrm>
            <a:off x="2070352" y="3415809"/>
            <a:ext cx="1102125" cy="3134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Masked Attention</a:t>
            </a:r>
          </a:p>
        </p:txBody>
      </p:sp>
      <p:sp>
        <p:nvSpPr>
          <p:cNvPr id="24" name="Rectangle 23">
            <a:extLst>
              <a:ext uri="{FF2B5EF4-FFF2-40B4-BE49-F238E27FC236}">
                <a16:creationId xmlns:a16="http://schemas.microsoft.com/office/drawing/2014/main" id="{CBA8427E-8AEF-BAFE-7769-5742F24328E5}"/>
              </a:ext>
            </a:extLst>
          </p:cNvPr>
          <p:cNvSpPr/>
          <p:nvPr/>
        </p:nvSpPr>
        <p:spPr>
          <a:xfrm>
            <a:off x="2070352" y="3075809"/>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Normalize</a:t>
            </a:r>
          </a:p>
        </p:txBody>
      </p:sp>
      <p:sp>
        <p:nvSpPr>
          <p:cNvPr id="25" name="Rectangle 24">
            <a:extLst>
              <a:ext uri="{FF2B5EF4-FFF2-40B4-BE49-F238E27FC236}">
                <a16:creationId xmlns:a16="http://schemas.microsoft.com/office/drawing/2014/main" id="{D7F467E0-97CB-7973-855F-241DBA310677}"/>
              </a:ext>
            </a:extLst>
          </p:cNvPr>
          <p:cNvSpPr/>
          <p:nvPr/>
        </p:nvSpPr>
        <p:spPr>
          <a:xfrm>
            <a:off x="2070351" y="2609561"/>
            <a:ext cx="1102125" cy="3134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Multi-head Attention</a:t>
            </a:r>
          </a:p>
        </p:txBody>
      </p:sp>
      <p:sp>
        <p:nvSpPr>
          <p:cNvPr id="26" name="Rectangle 25">
            <a:extLst>
              <a:ext uri="{FF2B5EF4-FFF2-40B4-BE49-F238E27FC236}">
                <a16:creationId xmlns:a16="http://schemas.microsoft.com/office/drawing/2014/main" id="{BCFD1FB7-1F9E-900F-AD97-CEED2CB04B72}"/>
              </a:ext>
            </a:extLst>
          </p:cNvPr>
          <p:cNvSpPr/>
          <p:nvPr/>
        </p:nvSpPr>
        <p:spPr>
          <a:xfrm>
            <a:off x="2070351" y="2265209"/>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Normalize</a:t>
            </a:r>
          </a:p>
        </p:txBody>
      </p:sp>
      <p:sp>
        <p:nvSpPr>
          <p:cNvPr id="27" name="Rectangle 26">
            <a:extLst>
              <a:ext uri="{FF2B5EF4-FFF2-40B4-BE49-F238E27FC236}">
                <a16:creationId xmlns:a16="http://schemas.microsoft.com/office/drawing/2014/main" id="{9EE38725-37A3-FD98-657E-91F5306FE36A}"/>
              </a:ext>
            </a:extLst>
          </p:cNvPr>
          <p:cNvSpPr/>
          <p:nvPr/>
        </p:nvSpPr>
        <p:spPr>
          <a:xfrm>
            <a:off x="2070351" y="1750098"/>
            <a:ext cx="1102125" cy="3134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Feed Forward Layer</a:t>
            </a:r>
          </a:p>
        </p:txBody>
      </p:sp>
      <p:sp>
        <p:nvSpPr>
          <p:cNvPr id="28" name="Rectangle 27">
            <a:extLst>
              <a:ext uri="{FF2B5EF4-FFF2-40B4-BE49-F238E27FC236}">
                <a16:creationId xmlns:a16="http://schemas.microsoft.com/office/drawing/2014/main" id="{ED4DE4C6-FA67-4810-20A7-0F40DE1B14CA}"/>
              </a:ext>
            </a:extLst>
          </p:cNvPr>
          <p:cNvSpPr/>
          <p:nvPr/>
        </p:nvSpPr>
        <p:spPr>
          <a:xfrm>
            <a:off x="2070351" y="1388160"/>
            <a:ext cx="1102125" cy="1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Normalize</a:t>
            </a:r>
          </a:p>
        </p:txBody>
      </p:sp>
      <p:sp>
        <p:nvSpPr>
          <p:cNvPr id="31" name="Rectangle 30">
            <a:extLst>
              <a:ext uri="{FF2B5EF4-FFF2-40B4-BE49-F238E27FC236}">
                <a16:creationId xmlns:a16="http://schemas.microsoft.com/office/drawing/2014/main" id="{4906B5FE-9C9D-BB36-41E8-DD8B1B2F6FA0}"/>
              </a:ext>
            </a:extLst>
          </p:cNvPr>
          <p:cNvSpPr/>
          <p:nvPr/>
        </p:nvSpPr>
        <p:spPr>
          <a:xfrm>
            <a:off x="2078080" y="773839"/>
            <a:ext cx="1102125" cy="3134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Fully Connected Layer</a:t>
            </a:r>
          </a:p>
        </p:txBody>
      </p:sp>
      <p:sp>
        <p:nvSpPr>
          <p:cNvPr id="32" name="Left Brace 31">
            <a:extLst>
              <a:ext uri="{FF2B5EF4-FFF2-40B4-BE49-F238E27FC236}">
                <a16:creationId xmlns:a16="http://schemas.microsoft.com/office/drawing/2014/main" id="{F72EA12C-08E8-A4CF-DE15-F93EAD3DA1DC}"/>
              </a:ext>
            </a:extLst>
          </p:cNvPr>
          <p:cNvSpPr/>
          <p:nvPr/>
        </p:nvSpPr>
        <p:spPr>
          <a:xfrm>
            <a:off x="181670" y="2052730"/>
            <a:ext cx="83854" cy="179005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97B65F67-67C4-F392-BA34-1168881E09D8}"/>
              </a:ext>
            </a:extLst>
          </p:cNvPr>
          <p:cNvSpPr txBox="1"/>
          <p:nvPr/>
        </p:nvSpPr>
        <p:spPr>
          <a:xfrm>
            <a:off x="-52982" y="2824646"/>
            <a:ext cx="387560" cy="246221"/>
          </a:xfrm>
          <a:prstGeom prst="rect">
            <a:avLst/>
          </a:prstGeom>
          <a:noFill/>
        </p:spPr>
        <p:txBody>
          <a:bodyPr wrap="square" rtlCol="0">
            <a:spAutoFit/>
          </a:bodyPr>
          <a:lstStyle/>
          <a:p>
            <a:r>
              <a:rPr lang="en-US" sz="1000" dirty="0"/>
              <a:t>x8</a:t>
            </a:r>
          </a:p>
        </p:txBody>
      </p:sp>
      <p:sp>
        <p:nvSpPr>
          <p:cNvPr id="34" name="Left Brace 33">
            <a:extLst>
              <a:ext uri="{FF2B5EF4-FFF2-40B4-BE49-F238E27FC236}">
                <a16:creationId xmlns:a16="http://schemas.microsoft.com/office/drawing/2014/main" id="{8C26A7D0-6C27-E905-EBF1-A27E693C7D54}"/>
              </a:ext>
            </a:extLst>
          </p:cNvPr>
          <p:cNvSpPr/>
          <p:nvPr/>
        </p:nvSpPr>
        <p:spPr>
          <a:xfrm flipH="1">
            <a:off x="3345803" y="1273440"/>
            <a:ext cx="92416" cy="2601381"/>
          </a:xfrm>
          <a:prstGeom prst="leftBrace">
            <a:avLst>
              <a:gd name="adj1" fmla="val 8333"/>
              <a:gd name="adj2" fmla="val 50698"/>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E70A2DBE-1651-5E1F-89CE-2AB5FF3F71FC}"/>
              </a:ext>
            </a:extLst>
          </p:cNvPr>
          <p:cNvSpPr txBox="1"/>
          <p:nvPr/>
        </p:nvSpPr>
        <p:spPr>
          <a:xfrm>
            <a:off x="3357914" y="2469187"/>
            <a:ext cx="387560" cy="246221"/>
          </a:xfrm>
          <a:prstGeom prst="rect">
            <a:avLst/>
          </a:prstGeom>
          <a:noFill/>
        </p:spPr>
        <p:txBody>
          <a:bodyPr wrap="square" rtlCol="0">
            <a:spAutoFit/>
          </a:bodyPr>
          <a:lstStyle/>
          <a:p>
            <a:r>
              <a:rPr lang="en-US" sz="1000" dirty="0"/>
              <a:t>x8</a:t>
            </a:r>
          </a:p>
        </p:txBody>
      </p:sp>
      <p:sp>
        <p:nvSpPr>
          <p:cNvPr id="36" name="TextBox 35">
            <a:extLst>
              <a:ext uri="{FF2B5EF4-FFF2-40B4-BE49-F238E27FC236}">
                <a16:creationId xmlns:a16="http://schemas.microsoft.com/office/drawing/2014/main" id="{20652F35-D35D-81DC-5F91-FC138A6CDDA1}"/>
              </a:ext>
            </a:extLst>
          </p:cNvPr>
          <p:cNvSpPr txBox="1"/>
          <p:nvPr/>
        </p:nvSpPr>
        <p:spPr>
          <a:xfrm>
            <a:off x="3735515" y="734780"/>
            <a:ext cx="5352825" cy="3662541"/>
          </a:xfrm>
          <a:prstGeom prst="rect">
            <a:avLst/>
          </a:prstGeom>
          <a:noFill/>
        </p:spPr>
        <p:txBody>
          <a:bodyPr wrap="square" rtlCol="0">
            <a:spAutoFit/>
          </a:bodyPr>
          <a:lstStyle/>
          <a:p>
            <a:r>
              <a:rPr lang="en-US" dirty="0"/>
              <a:t>Method #1 (baseline): Letter Frequency</a:t>
            </a:r>
          </a:p>
          <a:p>
            <a:pPr marL="285750" indent="-285750">
              <a:buFont typeface="Arial" panose="020B0604020202020204" pitchFamily="34" charset="0"/>
              <a:buChar char="•"/>
            </a:pPr>
            <a:r>
              <a:rPr lang="en-US" sz="1600" dirty="0"/>
              <a:t>Count the letter frequencies in an encoded sequence</a:t>
            </a:r>
          </a:p>
          <a:p>
            <a:pPr marL="285750" indent="-285750">
              <a:buFont typeface="Arial" panose="020B0604020202020204" pitchFamily="34" charset="0"/>
              <a:buChar char="•"/>
            </a:pPr>
            <a:r>
              <a:rPr lang="en-US" sz="1600" dirty="0"/>
              <a:t>Match letters to the most common English word frequencies</a:t>
            </a:r>
          </a:p>
          <a:p>
            <a:endParaRPr lang="en-US" dirty="0"/>
          </a:p>
          <a:p>
            <a:r>
              <a:rPr lang="en-US" dirty="0"/>
              <a:t>Method #2: Encoder-Decoder Model</a:t>
            </a:r>
          </a:p>
          <a:p>
            <a:pPr marL="285750" indent="-285750">
              <a:buFont typeface="Arial" panose="020B0604020202020204" pitchFamily="34" charset="0"/>
              <a:buChar char="•"/>
            </a:pPr>
            <a:r>
              <a:rPr lang="en-US" sz="1600" dirty="0"/>
              <a:t>Create an encoder-decoder-based neural network using </a:t>
            </a:r>
            <a:r>
              <a:rPr lang="en-US" sz="1600" dirty="0" err="1"/>
              <a:t>PyTorch</a:t>
            </a:r>
            <a:r>
              <a:rPr lang="en-US" sz="1600" dirty="0"/>
              <a:t> – based on the outline to the right</a:t>
            </a:r>
          </a:p>
          <a:p>
            <a:pPr marL="285750" indent="-285750">
              <a:buFont typeface="Arial" panose="020B0604020202020204" pitchFamily="34" charset="0"/>
              <a:buChar char="•"/>
            </a:pPr>
            <a:r>
              <a:rPr lang="en-US" sz="1600" dirty="0"/>
              <a:t>Utilize byte-level encoding</a:t>
            </a:r>
          </a:p>
          <a:p>
            <a:pPr marL="285750" indent="-285750">
              <a:buFont typeface="Arial" panose="020B0604020202020204" pitchFamily="34" charset="0"/>
              <a:buChar char="•"/>
            </a:pPr>
            <a:r>
              <a:rPr lang="en-US" sz="1600" dirty="0"/>
              <a:t>Stack encoder-decoder blocks to improve performance</a:t>
            </a:r>
          </a:p>
          <a:p>
            <a:endParaRPr lang="en-US" sz="1600" dirty="0"/>
          </a:p>
          <a:p>
            <a:r>
              <a:rPr lang="en-US" dirty="0"/>
              <a:t>Method #3: Fine-tuned Google Byt5</a:t>
            </a:r>
          </a:p>
          <a:p>
            <a:pPr marL="285750" indent="-285750">
              <a:buFont typeface="Arial" panose="020B0604020202020204" pitchFamily="34" charset="0"/>
              <a:buChar char="•"/>
            </a:pPr>
            <a:r>
              <a:rPr lang="en-US" sz="1600" dirty="0"/>
              <a:t>Load Google/byt5-small from </a:t>
            </a:r>
            <a:r>
              <a:rPr lang="en-US" sz="1600" dirty="0" err="1"/>
              <a:t>Huggingface</a:t>
            </a:r>
            <a:endParaRPr lang="en-US" sz="1600" dirty="0"/>
          </a:p>
          <a:p>
            <a:pPr marL="285750" indent="-285750">
              <a:buFont typeface="Arial" panose="020B0604020202020204" pitchFamily="34" charset="0"/>
              <a:buChar char="•"/>
            </a:pPr>
            <a:r>
              <a:rPr lang="en-US" sz="1600" dirty="0"/>
              <a:t>Fine tune model on cipher data</a:t>
            </a:r>
          </a:p>
        </p:txBody>
      </p:sp>
      <p:cxnSp>
        <p:nvCxnSpPr>
          <p:cNvPr id="38" name="Straight Arrow Connector 37">
            <a:extLst>
              <a:ext uri="{FF2B5EF4-FFF2-40B4-BE49-F238E27FC236}">
                <a16:creationId xmlns:a16="http://schemas.microsoft.com/office/drawing/2014/main" id="{76B6E8BB-ACB2-77C1-4461-4A6216B13A20}"/>
              </a:ext>
            </a:extLst>
          </p:cNvPr>
          <p:cNvCxnSpPr>
            <a:cxnSpLocks/>
          </p:cNvCxnSpPr>
          <p:nvPr/>
        </p:nvCxnSpPr>
        <p:spPr>
          <a:xfrm flipV="1">
            <a:off x="997497" y="4533151"/>
            <a:ext cx="0"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FCDCD59B-707B-ED8D-0609-AC2B6831F910}"/>
              </a:ext>
            </a:extLst>
          </p:cNvPr>
          <p:cNvCxnSpPr/>
          <p:nvPr/>
        </p:nvCxnSpPr>
        <p:spPr>
          <a:xfrm flipH="1" flipV="1">
            <a:off x="997493" y="4201084"/>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2A773BCF-3D51-7F30-B202-111EB3002BC8}"/>
              </a:ext>
            </a:extLst>
          </p:cNvPr>
          <p:cNvCxnSpPr>
            <a:cxnSpLocks/>
          </p:cNvCxnSpPr>
          <p:nvPr/>
        </p:nvCxnSpPr>
        <p:spPr>
          <a:xfrm flipV="1">
            <a:off x="2630973" y="4533151"/>
            <a:ext cx="0"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7B6A60C3-ACA4-7CE5-8B8A-45EF90D2F4BC}"/>
              </a:ext>
            </a:extLst>
          </p:cNvPr>
          <p:cNvCxnSpPr/>
          <p:nvPr/>
        </p:nvCxnSpPr>
        <p:spPr>
          <a:xfrm flipH="1" flipV="1">
            <a:off x="2629141" y="4202899"/>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40950FF3-4867-67F6-85CC-B0A84906169A}"/>
              </a:ext>
            </a:extLst>
          </p:cNvPr>
          <p:cNvCxnSpPr>
            <a:cxnSpLocks/>
          </p:cNvCxnSpPr>
          <p:nvPr/>
        </p:nvCxnSpPr>
        <p:spPr>
          <a:xfrm flipV="1">
            <a:off x="2621413" y="3752943"/>
            <a:ext cx="2" cy="2437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9C477DEA-3689-8C1B-1161-C0BD21CCA6CF}"/>
              </a:ext>
            </a:extLst>
          </p:cNvPr>
          <p:cNvCxnSpPr>
            <a:cxnSpLocks/>
          </p:cNvCxnSpPr>
          <p:nvPr/>
        </p:nvCxnSpPr>
        <p:spPr>
          <a:xfrm flipV="1">
            <a:off x="997493" y="3732757"/>
            <a:ext cx="2" cy="2437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99AB9519-5A1A-0B2E-F9F9-721A57221DF0}"/>
              </a:ext>
            </a:extLst>
          </p:cNvPr>
          <p:cNvCxnSpPr/>
          <p:nvPr/>
        </p:nvCxnSpPr>
        <p:spPr>
          <a:xfrm flipH="1" flipV="1">
            <a:off x="976873" y="3236257"/>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21E5563F-7303-5871-1D0F-26653739A9EC}"/>
              </a:ext>
            </a:extLst>
          </p:cNvPr>
          <p:cNvCxnSpPr/>
          <p:nvPr/>
        </p:nvCxnSpPr>
        <p:spPr>
          <a:xfrm flipH="1" flipV="1">
            <a:off x="976873" y="2900380"/>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57718A1E-26DA-1554-4D57-DC22300F826D}"/>
              </a:ext>
            </a:extLst>
          </p:cNvPr>
          <p:cNvCxnSpPr/>
          <p:nvPr/>
        </p:nvCxnSpPr>
        <p:spPr>
          <a:xfrm flipH="1" flipV="1">
            <a:off x="976872" y="2412071"/>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56069471-A19C-547B-C086-EE70BEBAADC4}"/>
              </a:ext>
            </a:extLst>
          </p:cNvPr>
          <p:cNvCxnSpPr>
            <a:cxnSpLocks/>
          </p:cNvCxnSpPr>
          <p:nvPr/>
        </p:nvCxnSpPr>
        <p:spPr>
          <a:xfrm>
            <a:off x="334578" y="3154159"/>
            <a:ext cx="1118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6DEBE0DC-AE22-D54A-C90B-CD9565BEE748}"/>
              </a:ext>
            </a:extLst>
          </p:cNvPr>
          <p:cNvCxnSpPr>
            <a:cxnSpLocks/>
          </p:cNvCxnSpPr>
          <p:nvPr/>
        </p:nvCxnSpPr>
        <p:spPr>
          <a:xfrm>
            <a:off x="334578" y="3148297"/>
            <a:ext cx="0" cy="785633"/>
          </a:xfrm>
          <a:prstGeom prst="line">
            <a:avLst/>
          </a:prstGeom>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6BDB2EB4-6868-63AE-D0C6-3169B253CA7C}"/>
              </a:ext>
            </a:extLst>
          </p:cNvPr>
          <p:cNvCxnSpPr>
            <a:cxnSpLocks/>
          </p:cNvCxnSpPr>
          <p:nvPr/>
        </p:nvCxnSpPr>
        <p:spPr>
          <a:xfrm>
            <a:off x="328716" y="3933092"/>
            <a:ext cx="66291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B60C5B37-D111-5707-0854-565A62EABB69}"/>
              </a:ext>
            </a:extLst>
          </p:cNvPr>
          <p:cNvCxnSpPr>
            <a:cxnSpLocks/>
          </p:cNvCxnSpPr>
          <p:nvPr/>
        </p:nvCxnSpPr>
        <p:spPr>
          <a:xfrm>
            <a:off x="363882" y="2274919"/>
            <a:ext cx="1118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B25A096F-ABC3-CDE0-4945-0DB1CD3D8E6B}"/>
              </a:ext>
            </a:extLst>
          </p:cNvPr>
          <p:cNvCxnSpPr>
            <a:cxnSpLocks/>
          </p:cNvCxnSpPr>
          <p:nvPr/>
        </p:nvCxnSpPr>
        <p:spPr>
          <a:xfrm flipH="1">
            <a:off x="359070" y="2265209"/>
            <a:ext cx="4812" cy="735204"/>
          </a:xfrm>
          <a:prstGeom prst="line">
            <a:avLst/>
          </a:prstGeom>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A6E3D3DA-22B1-59E4-F252-B0006BF6FBB5}"/>
              </a:ext>
            </a:extLst>
          </p:cNvPr>
          <p:cNvCxnSpPr>
            <a:cxnSpLocks/>
          </p:cNvCxnSpPr>
          <p:nvPr/>
        </p:nvCxnSpPr>
        <p:spPr>
          <a:xfrm>
            <a:off x="348073" y="3004582"/>
            <a:ext cx="628799" cy="1754"/>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B7119172-4831-D8F4-76A0-773718335C4C}"/>
              </a:ext>
            </a:extLst>
          </p:cNvPr>
          <p:cNvCxnSpPr>
            <a:cxnSpLocks/>
          </p:cNvCxnSpPr>
          <p:nvPr/>
        </p:nvCxnSpPr>
        <p:spPr>
          <a:xfrm>
            <a:off x="2620847" y="3933092"/>
            <a:ext cx="6585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C031F0F2-97FD-035A-5F1A-0758560C73E2}"/>
              </a:ext>
            </a:extLst>
          </p:cNvPr>
          <p:cNvCxnSpPr/>
          <p:nvPr/>
        </p:nvCxnSpPr>
        <p:spPr>
          <a:xfrm flipV="1">
            <a:off x="3279383" y="3142435"/>
            <a:ext cx="0" cy="7906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28452D1A-75FF-F9B6-E719-50C54B4C7BC5}"/>
              </a:ext>
            </a:extLst>
          </p:cNvPr>
          <p:cNvCxnSpPr>
            <a:cxnSpLocks/>
          </p:cNvCxnSpPr>
          <p:nvPr/>
        </p:nvCxnSpPr>
        <p:spPr>
          <a:xfrm flipH="1">
            <a:off x="3180205" y="3142435"/>
            <a:ext cx="1050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DD6EF51B-42EF-D2B1-0558-B191FB961118}"/>
              </a:ext>
            </a:extLst>
          </p:cNvPr>
          <p:cNvCxnSpPr>
            <a:cxnSpLocks/>
          </p:cNvCxnSpPr>
          <p:nvPr/>
        </p:nvCxnSpPr>
        <p:spPr>
          <a:xfrm flipH="1" flipV="1">
            <a:off x="2620846" y="3257332"/>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64E9488C-3F64-8E5C-C691-C2EBF4C5F929}"/>
              </a:ext>
            </a:extLst>
          </p:cNvPr>
          <p:cNvCxnSpPr>
            <a:cxnSpLocks/>
          </p:cNvCxnSpPr>
          <p:nvPr/>
        </p:nvCxnSpPr>
        <p:spPr>
          <a:xfrm flipH="1" flipV="1">
            <a:off x="2614983" y="2927577"/>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F8915CCE-DDE9-58EB-27C6-BDF2A8951480}"/>
              </a:ext>
            </a:extLst>
          </p:cNvPr>
          <p:cNvCxnSpPr>
            <a:cxnSpLocks/>
          </p:cNvCxnSpPr>
          <p:nvPr/>
        </p:nvCxnSpPr>
        <p:spPr>
          <a:xfrm flipH="1" flipV="1">
            <a:off x="2607969" y="2452267"/>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92847C98-70F3-4A8C-E6D4-6610B93BEAC3}"/>
              </a:ext>
            </a:extLst>
          </p:cNvPr>
          <p:cNvCxnSpPr>
            <a:cxnSpLocks/>
          </p:cNvCxnSpPr>
          <p:nvPr/>
        </p:nvCxnSpPr>
        <p:spPr>
          <a:xfrm flipH="1" flipV="1">
            <a:off x="2607968" y="2100206"/>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0515A3AB-BFA6-51B1-02A5-810A93D57999}"/>
              </a:ext>
            </a:extLst>
          </p:cNvPr>
          <p:cNvCxnSpPr>
            <a:cxnSpLocks/>
          </p:cNvCxnSpPr>
          <p:nvPr/>
        </p:nvCxnSpPr>
        <p:spPr>
          <a:xfrm flipH="1" flipV="1">
            <a:off x="2607967" y="1577886"/>
            <a:ext cx="1" cy="1352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7B5704C0-9C15-930C-AD61-948E752F8C4B}"/>
              </a:ext>
            </a:extLst>
          </p:cNvPr>
          <p:cNvCxnSpPr>
            <a:cxnSpLocks/>
          </p:cNvCxnSpPr>
          <p:nvPr/>
        </p:nvCxnSpPr>
        <p:spPr>
          <a:xfrm>
            <a:off x="2620836" y="3036272"/>
            <a:ext cx="6940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DEBEB0B2-24CF-D99F-2F42-09142D194BAE}"/>
              </a:ext>
            </a:extLst>
          </p:cNvPr>
          <p:cNvCxnSpPr>
            <a:cxnSpLocks/>
          </p:cNvCxnSpPr>
          <p:nvPr/>
        </p:nvCxnSpPr>
        <p:spPr>
          <a:xfrm flipV="1">
            <a:off x="3291096" y="2345261"/>
            <a:ext cx="0" cy="691011"/>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Straight Arrow Connector 110">
            <a:extLst>
              <a:ext uri="{FF2B5EF4-FFF2-40B4-BE49-F238E27FC236}">
                <a16:creationId xmlns:a16="http://schemas.microsoft.com/office/drawing/2014/main" id="{8BB79C96-7776-24F2-0230-C59187367CD5}"/>
              </a:ext>
            </a:extLst>
          </p:cNvPr>
          <p:cNvCxnSpPr>
            <a:cxnSpLocks/>
          </p:cNvCxnSpPr>
          <p:nvPr/>
        </p:nvCxnSpPr>
        <p:spPr>
          <a:xfrm flipH="1">
            <a:off x="3180194" y="2345261"/>
            <a:ext cx="1109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C350CB42-D751-F020-CCA9-E7C80BC6F16E}"/>
              </a:ext>
            </a:extLst>
          </p:cNvPr>
          <p:cNvCxnSpPr>
            <a:cxnSpLocks/>
          </p:cNvCxnSpPr>
          <p:nvPr/>
        </p:nvCxnSpPr>
        <p:spPr>
          <a:xfrm>
            <a:off x="2614979" y="2215673"/>
            <a:ext cx="6940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2B9F4C4B-5EF1-2648-5530-EDCBE1CE14DF}"/>
              </a:ext>
            </a:extLst>
          </p:cNvPr>
          <p:cNvCxnSpPr>
            <a:cxnSpLocks/>
          </p:cNvCxnSpPr>
          <p:nvPr/>
        </p:nvCxnSpPr>
        <p:spPr>
          <a:xfrm flipV="1">
            <a:off x="3291101" y="1473444"/>
            <a:ext cx="0" cy="742229"/>
          </a:xfrm>
          <a:prstGeom prst="line">
            <a:avLst/>
          </a:prstGeom>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CBF1E7E3-41E8-FA4A-1D06-57DBED03B8ED}"/>
              </a:ext>
            </a:extLst>
          </p:cNvPr>
          <p:cNvCxnSpPr>
            <a:cxnSpLocks/>
          </p:cNvCxnSpPr>
          <p:nvPr/>
        </p:nvCxnSpPr>
        <p:spPr>
          <a:xfrm flipH="1">
            <a:off x="3174337" y="1477773"/>
            <a:ext cx="1167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86CD7EBF-8FEA-2283-A18D-079F7532C643}"/>
              </a:ext>
            </a:extLst>
          </p:cNvPr>
          <p:cNvCxnSpPr>
            <a:cxnSpLocks/>
          </p:cNvCxnSpPr>
          <p:nvPr/>
        </p:nvCxnSpPr>
        <p:spPr>
          <a:xfrm flipV="1">
            <a:off x="2617111" y="1132807"/>
            <a:ext cx="0" cy="2054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3873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39C80BA-0D9B-3DA3-2934-28B8D9E952D3}"/>
              </a:ext>
            </a:extLst>
          </p:cNvPr>
          <p:cNvGraphicFramePr>
            <a:graphicFrameLocks noGrp="1"/>
          </p:cNvGraphicFramePr>
          <p:nvPr>
            <p:extLst>
              <p:ext uri="{D42A27DB-BD31-4B8C-83A1-F6EECF244321}">
                <p14:modId xmlns:p14="http://schemas.microsoft.com/office/powerpoint/2010/main" val="275351409"/>
              </p:ext>
            </p:extLst>
          </p:nvPr>
        </p:nvGraphicFramePr>
        <p:xfrm>
          <a:off x="390144" y="777240"/>
          <a:ext cx="5516880" cy="2258567"/>
        </p:xfrm>
        <a:graphic>
          <a:graphicData uri="http://schemas.openxmlformats.org/drawingml/2006/table">
            <a:tbl>
              <a:tblPr firstRow="1" bandRow="1">
                <a:tableStyleId>{5C22544A-7EE6-4342-B048-85BDC9FD1C3A}</a:tableStyleId>
              </a:tblPr>
              <a:tblGrid>
                <a:gridCol w="1838960">
                  <a:extLst>
                    <a:ext uri="{9D8B030D-6E8A-4147-A177-3AD203B41FA5}">
                      <a16:colId xmlns:a16="http://schemas.microsoft.com/office/drawing/2014/main" val="1790000183"/>
                    </a:ext>
                  </a:extLst>
                </a:gridCol>
                <a:gridCol w="1838960">
                  <a:extLst>
                    <a:ext uri="{9D8B030D-6E8A-4147-A177-3AD203B41FA5}">
                      <a16:colId xmlns:a16="http://schemas.microsoft.com/office/drawing/2014/main" val="3858584922"/>
                    </a:ext>
                  </a:extLst>
                </a:gridCol>
                <a:gridCol w="1838960">
                  <a:extLst>
                    <a:ext uri="{9D8B030D-6E8A-4147-A177-3AD203B41FA5}">
                      <a16:colId xmlns:a16="http://schemas.microsoft.com/office/drawing/2014/main" val="2136188066"/>
                    </a:ext>
                  </a:extLst>
                </a:gridCol>
              </a:tblGrid>
              <a:tr h="703139">
                <a:tc>
                  <a:txBody>
                    <a:bodyPr/>
                    <a:lstStyle/>
                    <a:p>
                      <a:pPr algn="ctr"/>
                      <a:r>
                        <a:rPr lang="en-US" dirty="0"/>
                        <a:t>Model</a:t>
                      </a:r>
                    </a:p>
                  </a:txBody>
                  <a:tcPr anchor="ctr"/>
                </a:tc>
                <a:tc>
                  <a:txBody>
                    <a:bodyPr/>
                    <a:lstStyle/>
                    <a:p>
                      <a:pPr algn="ctr"/>
                      <a:r>
                        <a:rPr lang="en-US" dirty="0"/>
                        <a:t>Substitution Cipher</a:t>
                      </a:r>
                    </a:p>
                  </a:txBody>
                  <a:tcPr anchor="ctr"/>
                </a:tc>
                <a:tc>
                  <a:txBody>
                    <a:bodyPr/>
                    <a:lstStyle/>
                    <a:p>
                      <a:pPr algn="ctr"/>
                      <a:r>
                        <a:rPr lang="en-US" dirty="0"/>
                        <a:t>Enigma Cipher</a:t>
                      </a:r>
                    </a:p>
                  </a:txBody>
                  <a:tcPr anchor="ctr"/>
                </a:tc>
                <a:extLst>
                  <a:ext uri="{0D108BD9-81ED-4DB2-BD59-A6C34878D82A}">
                    <a16:rowId xmlns:a16="http://schemas.microsoft.com/office/drawing/2014/main" val="3764624961"/>
                  </a:ext>
                </a:extLst>
              </a:tr>
              <a:tr h="518476">
                <a:tc>
                  <a:txBody>
                    <a:bodyPr/>
                    <a:lstStyle/>
                    <a:p>
                      <a:pPr algn="ctr"/>
                      <a:r>
                        <a:rPr lang="en-US" dirty="0"/>
                        <a:t>Baseline</a:t>
                      </a:r>
                    </a:p>
                  </a:txBody>
                  <a:tcPr anchor="ctr"/>
                </a:tc>
                <a:tc>
                  <a:txBody>
                    <a:bodyPr/>
                    <a:lstStyle/>
                    <a:p>
                      <a:pPr algn="ctr"/>
                      <a:r>
                        <a:rPr lang="en-US" dirty="0"/>
                        <a:t>4.54%</a:t>
                      </a:r>
                    </a:p>
                  </a:txBody>
                  <a:tcPr anchor="ctr"/>
                </a:tc>
                <a:tc>
                  <a:txBody>
                    <a:bodyPr/>
                    <a:lstStyle/>
                    <a:p>
                      <a:pPr algn="ctr"/>
                      <a:r>
                        <a:rPr lang="en-US" dirty="0"/>
                        <a:t>4.09%</a:t>
                      </a:r>
                    </a:p>
                  </a:txBody>
                  <a:tcPr anchor="ctr"/>
                </a:tc>
                <a:extLst>
                  <a:ext uri="{0D108BD9-81ED-4DB2-BD59-A6C34878D82A}">
                    <a16:rowId xmlns:a16="http://schemas.microsoft.com/office/drawing/2014/main" val="3980997855"/>
                  </a:ext>
                </a:extLst>
              </a:tr>
              <a:tr h="518476">
                <a:tc>
                  <a:txBody>
                    <a:bodyPr/>
                    <a:lstStyle/>
                    <a:p>
                      <a:pPr algn="ctr"/>
                      <a:r>
                        <a:rPr lang="en-US" dirty="0"/>
                        <a:t>Encoder-Decoder</a:t>
                      </a:r>
                    </a:p>
                  </a:txBody>
                  <a:tcPr anchor="ctr"/>
                </a:tc>
                <a:tc>
                  <a:txBody>
                    <a:bodyPr/>
                    <a:lstStyle/>
                    <a:p>
                      <a:pPr algn="ctr"/>
                      <a:r>
                        <a:rPr lang="en-US" dirty="0"/>
                        <a:t>63.11%</a:t>
                      </a:r>
                    </a:p>
                  </a:txBody>
                  <a:tcPr anchor="ctr"/>
                </a:tc>
                <a:tc>
                  <a:txBody>
                    <a:bodyPr/>
                    <a:lstStyle/>
                    <a:p>
                      <a:pPr algn="ctr"/>
                      <a:r>
                        <a:rPr lang="en-US" dirty="0"/>
                        <a:t>63.12%</a:t>
                      </a:r>
                    </a:p>
                  </a:txBody>
                  <a:tcPr anchor="ctr"/>
                </a:tc>
                <a:extLst>
                  <a:ext uri="{0D108BD9-81ED-4DB2-BD59-A6C34878D82A}">
                    <a16:rowId xmlns:a16="http://schemas.microsoft.com/office/drawing/2014/main" val="3656821232"/>
                  </a:ext>
                </a:extLst>
              </a:tr>
              <a:tr h="518476">
                <a:tc>
                  <a:txBody>
                    <a:bodyPr/>
                    <a:lstStyle/>
                    <a:p>
                      <a:pPr algn="ctr"/>
                      <a:r>
                        <a:rPr lang="en-US" dirty="0"/>
                        <a:t>Byt5-Small</a:t>
                      </a:r>
                    </a:p>
                  </a:txBody>
                  <a:tcPr anchor="ctr"/>
                </a:tc>
                <a:tc>
                  <a:txBody>
                    <a:bodyPr/>
                    <a:lstStyle/>
                    <a:p>
                      <a:pPr algn="ctr"/>
                      <a:r>
                        <a:rPr lang="en-US" dirty="0"/>
                        <a:t>NA</a:t>
                      </a:r>
                    </a:p>
                  </a:txBody>
                  <a:tcPr anchor="ctr"/>
                </a:tc>
                <a:tc>
                  <a:txBody>
                    <a:bodyPr/>
                    <a:lstStyle/>
                    <a:p>
                      <a:pPr algn="ctr"/>
                      <a:r>
                        <a:rPr lang="en-US" dirty="0"/>
                        <a:t>4.45%</a:t>
                      </a:r>
                    </a:p>
                  </a:txBody>
                  <a:tcPr anchor="ctr"/>
                </a:tc>
                <a:extLst>
                  <a:ext uri="{0D108BD9-81ED-4DB2-BD59-A6C34878D82A}">
                    <a16:rowId xmlns:a16="http://schemas.microsoft.com/office/drawing/2014/main" val="2480268728"/>
                  </a:ext>
                </a:extLst>
              </a:tr>
            </a:tbl>
          </a:graphicData>
        </a:graphic>
      </p:graphicFrame>
      <p:sp>
        <p:nvSpPr>
          <p:cNvPr id="7" name="Subtitle 4">
            <a:extLst>
              <a:ext uri="{FF2B5EF4-FFF2-40B4-BE49-F238E27FC236}">
                <a16:creationId xmlns:a16="http://schemas.microsoft.com/office/drawing/2014/main" id="{DFC42A6E-A4C4-358E-8EB3-E40E78366E5E}"/>
              </a:ext>
            </a:extLst>
          </p:cNvPr>
          <p:cNvSpPr txBox="1">
            <a:spLocks/>
          </p:cNvSpPr>
          <p:nvPr/>
        </p:nvSpPr>
        <p:spPr>
          <a:xfrm>
            <a:off x="390144" y="155263"/>
            <a:ext cx="7637978" cy="393600"/>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000" dirty="0"/>
              <a:t>Accuracy by Model</a:t>
            </a:r>
          </a:p>
        </p:txBody>
      </p:sp>
      <p:sp>
        <p:nvSpPr>
          <p:cNvPr id="8" name="TextBox 7">
            <a:extLst>
              <a:ext uri="{FF2B5EF4-FFF2-40B4-BE49-F238E27FC236}">
                <a16:creationId xmlns:a16="http://schemas.microsoft.com/office/drawing/2014/main" id="{41F44A4E-6615-F0B2-B4F9-5E6F336F5982}"/>
              </a:ext>
            </a:extLst>
          </p:cNvPr>
          <p:cNvSpPr txBox="1"/>
          <p:nvPr/>
        </p:nvSpPr>
        <p:spPr>
          <a:xfrm>
            <a:off x="6126480" y="777240"/>
            <a:ext cx="2679192" cy="2462213"/>
          </a:xfrm>
          <a:prstGeom prst="rect">
            <a:avLst/>
          </a:prstGeom>
          <a:noFill/>
        </p:spPr>
        <p:txBody>
          <a:bodyPr wrap="square" rtlCol="0">
            <a:spAutoFit/>
          </a:bodyPr>
          <a:lstStyle/>
          <a:p>
            <a:r>
              <a:rPr lang="en-US" sz="1400" dirty="0"/>
              <a:t>Takeaways:</a:t>
            </a:r>
          </a:p>
          <a:p>
            <a:pPr marL="285750" indent="-285750">
              <a:buFont typeface="Arial" panose="020B0604020202020204" pitchFamily="34" charset="0"/>
              <a:buChar char="•"/>
            </a:pPr>
            <a:r>
              <a:rPr lang="en-US" sz="1400" dirty="0"/>
              <a:t>Small encoder-decoder architectures fail to fully solve the ciphers</a:t>
            </a:r>
          </a:p>
          <a:p>
            <a:pPr marL="285750" indent="-285750">
              <a:buFont typeface="Arial" panose="020B0604020202020204" pitchFamily="34" charset="0"/>
              <a:buChar char="•"/>
            </a:pPr>
            <a:r>
              <a:rPr lang="en-US" sz="1400" dirty="0"/>
              <a:t>The model adapts to substitution and enigma cyphers equally well</a:t>
            </a:r>
          </a:p>
          <a:p>
            <a:pPr marL="285750" indent="-285750">
              <a:buFont typeface="Arial" panose="020B0604020202020204" pitchFamily="34" charset="0"/>
              <a:buChar char="•"/>
            </a:pPr>
            <a:r>
              <a:rPr lang="en-US" sz="1400" dirty="0"/>
              <a:t>Byt5 requires significant fine-tuning to adapt it to the very specific task</a:t>
            </a:r>
          </a:p>
          <a:p>
            <a:pPr marL="285750" indent="-285750">
              <a:buFont typeface="Arial" panose="020B0604020202020204" pitchFamily="34" charset="0"/>
              <a:buChar char="•"/>
            </a:pPr>
            <a:endParaRPr lang="en-US" sz="1400" dirty="0"/>
          </a:p>
        </p:txBody>
      </p:sp>
      <p:sp>
        <p:nvSpPr>
          <p:cNvPr id="9" name="TextBox 8">
            <a:extLst>
              <a:ext uri="{FF2B5EF4-FFF2-40B4-BE49-F238E27FC236}">
                <a16:creationId xmlns:a16="http://schemas.microsoft.com/office/drawing/2014/main" id="{409083A1-7718-8E13-4C06-80CAFC9FEE50}"/>
              </a:ext>
            </a:extLst>
          </p:cNvPr>
          <p:cNvSpPr txBox="1"/>
          <p:nvPr/>
        </p:nvSpPr>
        <p:spPr>
          <a:xfrm>
            <a:off x="1699260" y="3234504"/>
            <a:ext cx="7106412" cy="646331"/>
          </a:xfrm>
          <a:prstGeom prst="rect">
            <a:avLst/>
          </a:prstGeom>
          <a:noFill/>
        </p:spPr>
        <p:txBody>
          <a:bodyPr wrap="square" rtlCol="0">
            <a:spAutoFit/>
          </a:bodyPr>
          <a:lstStyle/>
          <a:p>
            <a:r>
              <a:rPr lang="en-US" sz="1200" b="0" i="0" dirty="0">
                <a:solidFill>
                  <a:srgbClr val="000000"/>
                </a:solidFill>
                <a:effectLst/>
              </a:rPr>
              <a:t>Text: and rack thee in their fancies enter </a:t>
            </a:r>
            <a:r>
              <a:rPr lang="en-US" sz="1200" b="0" i="0" dirty="0" err="1">
                <a:solidFill>
                  <a:srgbClr val="000000"/>
                </a:solidFill>
                <a:effectLst/>
              </a:rPr>
              <a:t>mariana</a:t>
            </a:r>
            <a:r>
              <a:rPr lang="en-US" sz="1200" b="0" i="0" dirty="0">
                <a:solidFill>
                  <a:srgbClr val="000000"/>
                </a:solidFill>
                <a:effectLst/>
              </a:rPr>
              <a:t> and </a:t>
            </a:r>
            <a:r>
              <a:rPr lang="en-US" sz="1200" b="0" i="0" dirty="0" err="1">
                <a:solidFill>
                  <a:srgbClr val="000000"/>
                </a:solidFill>
                <a:effectLst/>
              </a:rPr>
              <a:t>isabella</a:t>
            </a:r>
            <a:r>
              <a:rPr lang="en-US" sz="1200" b="0" i="0" dirty="0">
                <a:solidFill>
                  <a:srgbClr val="000000"/>
                </a:solidFill>
                <a:effectLst/>
              </a:rPr>
              <a:t> welcome</a:t>
            </a:r>
          </a:p>
          <a:p>
            <a:r>
              <a:rPr lang="en-US" sz="1200" dirty="0">
                <a:solidFill>
                  <a:srgbClr val="000000"/>
                </a:solidFill>
              </a:rPr>
              <a:t>Encoding</a:t>
            </a:r>
            <a:r>
              <a:rPr lang="en-US" sz="1200" b="0" i="0" dirty="0">
                <a:solidFill>
                  <a:srgbClr val="000000"/>
                </a:solidFill>
                <a:effectLst/>
              </a:rPr>
              <a:t>: </a:t>
            </a:r>
            <a:r>
              <a:rPr lang="en-US" sz="1200" b="0" i="0" dirty="0" err="1">
                <a:solidFill>
                  <a:srgbClr val="000000"/>
                </a:solidFill>
                <a:effectLst/>
              </a:rPr>
              <a:t>avs</a:t>
            </a:r>
            <a:r>
              <a:rPr lang="en-US" sz="1200" b="0" i="0" dirty="0">
                <a:solidFill>
                  <a:srgbClr val="000000"/>
                </a:solidFill>
                <a:effectLst/>
              </a:rPr>
              <a:t> </a:t>
            </a:r>
            <a:r>
              <a:rPr lang="en-US" sz="1200" b="0" i="0" dirty="0" err="1">
                <a:solidFill>
                  <a:srgbClr val="000000"/>
                </a:solidFill>
                <a:effectLst/>
              </a:rPr>
              <a:t>waxj</a:t>
            </a:r>
            <a:r>
              <a:rPr lang="en-US" sz="1200" b="0" i="0" dirty="0">
                <a:solidFill>
                  <a:srgbClr val="000000"/>
                </a:solidFill>
                <a:effectLst/>
              </a:rPr>
              <a:t> </a:t>
            </a:r>
            <a:r>
              <a:rPr lang="en-US" sz="1200" b="0" i="0" dirty="0" err="1">
                <a:solidFill>
                  <a:srgbClr val="000000"/>
                </a:solidFill>
                <a:effectLst/>
              </a:rPr>
              <a:t>npyy</a:t>
            </a:r>
            <a:r>
              <a:rPr lang="en-US" sz="1200" b="0" i="0" dirty="0">
                <a:solidFill>
                  <a:srgbClr val="000000"/>
                </a:solidFill>
                <a:effectLst/>
              </a:rPr>
              <a:t> iv </a:t>
            </a:r>
            <a:r>
              <a:rPr lang="en-US" sz="1200" b="0" i="0" dirty="0" err="1">
                <a:solidFill>
                  <a:srgbClr val="000000"/>
                </a:solidFill>
                <a:effectLst/>
              </a:rPr>
              <a:t>npyiw</a:t>
            </a:r>
            <a:r>
              <a:rPr lang="en-US" sz="1200" b="0" i="0" dirty="0">
                <a:solidFill>
                  <a:srgbClr val="000000"/>
                </a:solidFill>
                <a:effectLst/>
              </a:rPr>
              <a:t> </a:t>
            </a:r>
            <a:r>
              <a:rPr lang="en-US" sz="1200" b="0" i="0" dirty="0" err="1">
                <a:solidFill>
                  <a:srgbClr val="000000"/>
                </a:solidFill>
                <a:effectLst/>
              </a:rPr>
              <a:t>lavxiyq</a:t>
            </a:r>
            <a:r>
              <a:rPr lang="en-US" sz="1200" b="0" i="0" dirty="0">
                <a:solidFill>
                  <a:srgbClr val="000000"/>
                </a:solidFill>
                <a:effectLst/>
              </a:rPr>
              <a:t> </a:t>
            </a:r>
            <a:r>
              <a:rPr lang="en-US" sz="1200" b="0" i="0" dirty="0" err="1">
                <a:solidFill>
                  <a:srgbClr val="000000"/>
                </a:solidFill>
                <a:effectLst/>
              </a:rPr>
              <a:t>yvnyw</a:t>
            </a:r>
            <a:r>
              <a:rPr lang="en-US" sz="1200" b="0" i="0" dirty="0">
                <a:solidFill>
                  <a:srgbClr val="000000"/>
                </a:solidFill>
                <a:effectLst/>
              </a:rPr>
              <a:t> </a:t>
            </a:r>
            <a:r>
              <a:rPr lang="en-US" sz="1200" b="0" i="0" dirty="0" err="1">
                <a:solidFill>
                  <a:srgbClr val="000000"/>
                </a:solidFill>
                <a:effectLst/>
              </a:rPr>
              <a:t>rawiava</a:t>
            </a:r>
            <a:r>
              <a:rPr lang="en-US" sz="1200" b="0" i="0" dirty="0">
                <a:solidFill>
                  <a:srgbClr val="000000"/>
                </a:solidFill>
                <a:effectLst/>
              </a:rPr>
              <a:t> </a:t>
            </a:r>
            <a:r>
              <a:rPr lang="en-US" sz="1200" b="0" i="0" dirty="0" err="1">
                <a:solidFill>
                  <a:srgbClr val="000000"/>
                </a:solidFill>
                <a:effectLst/>
              </a:rPr>
              <a:t>avs</a:t>
            </a:r>
            <a:r>
              <a:rPr lang="en-US" sz="1200" b="0" i="0" dirty="0">
                <a:solidFill>
                  <a:srgbClr val="000000"/>
                </a:solidFill>
                <a:effectLst/>
              </a:rPr>
              <a:t> </a:t>
            </a:r>
            <a:r>
              <a:rPr lang="en-US" sz="1200" b="0" i="0" dirty="0" err="1">
                <a:solidFill>
                  <a:srgbClr val="000000"/>
                </a:solidFill>
                <a:effectLst/>
              </a:rPr>
              <a:t>iqafyhha</a:t>
            </a:r>
            <a:r>
              <a:rPr lang="en-US" sz="1200" b="0" i="0" dirty="0">
                <a:solidFill>
                  <a:srgbClr val="000000"/>
                </a:solidFill>
                <a:effectLst/>
              </a:rPr>
              <a:t> </a:t>
            </a:r>
            <a:r>
              <a:rPr lang="en-US" sz="1200" b="0" i="0" dirty="0" err="1">
                <a:solidFill>
                  <a:srgbClr val="000000"/>
                </a:solidFill>
                <a:effectLst/>
              </a:rPr>
              <a:t>myhxkry</a:t>
            </a:r>
            <a:r>
              <a:rPr lang="en-US" sz="1200" b="0" i="0" dirty="0">
                <a:solidFill>
                  <a:srgbClr val="000000"/>
                </a:solidFill>
                <a:effectLst/>
              </a:rPr>
              <a:t> </a:t>
            </a:r>
          </a:p>
          <a:p>
            <a:r>
              <a:rPr lang="en-US" sz="1200" b="0" i="0" dirty="0">
                <a:solidFill>
                  <a:srgbClr val="000000"/>
                </a:solidFill>
                <a:effectLst/>
              </a:rPr>
              <a:t>Generation: eyx.vqx.q:.x.vqx.q:.</a:t>
            </a:r>
            <a:r>
              <a:rPr lang="en-US" sz="1200" b="0" i="0" dirty="0" err="1">
                <a:solidFill>
                  <a:srgbClr val="000000"/>
                </a:solidFill>
                <a:effectLst/>
              </a:rPr>
              <a:t>xeox.vqx.npqxeox.vqx</a:t>
            </a:r>
            <a:r>
              <a:rPr lang="en-US" sz="1200" b="0" i="0" dirty="0">
                <a:solidFill>
                  <a:srgbClr val="000000"/>
                </a:solidFill>
                <a:effectLst/>
              </a:rPr>
              <a:t>.</a:t>
            </a:r>
            <a:endParaRPr lang="en-US" sz="1200" dirty="0">
              <a:solidFill>
                <a:srgbClr val="000000"/>
              </a:solidFill>
            </a:endParaRPr>
          </a:p>
        </p:txBody>
      </p:sp>
      <p:sp>
        <p:nvSpPr>
          <p:cNvPr id="11" name="Rectangle 10">
            <a:extLst>
              <a:ext uri="{FF2B5EF4-FFF2-40B4-BE49-F238E27FC236}">
                <a16:creationId xmlns:a16="http://schemas.microsoft.com/office/drawing/2014/main" id="{4A39D2A1-A61C-49C5-C61C-EAFA51803147}"/>
              </a:ext>
            </a:extLst>
          </p:cNvPr>
          <p:cNvSpPr/>
          <p:nvPr/>
        </p:nvSpPr>
        <p:spPr>
          <a:xfrm>
            <a:off x="390144" y="3239454"/>
            <a:ext cx="1200912"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Substitution Cipher</a:t>
            </a:r>
          </a:p>
        </p:txBody>
      </p:sp>
      <p:sp>
        <p:nvSpPr>
          <p:cNvPr id="12" name="Rectangle 11">
            <a:extLst>
              <a:ext uri="{FF2B5EF4-FFF2-40B4-BE49-F238E27FC236}">
                <a16:creationId xmlns:a16="http://schemas.microsoft.com/office/drawing/2014/main" id="{4F535F1E-5E4F-7E0A-5E1E-E446D6D1BD30}"/>
              </a:ext>
            </a:extLst>
          </p:cNvPr>
          <p:cNvSpPr/>
          <p:nvPr/>
        </p:nvSpPr>
        <p:spPr>
          <a:xfrm>
            <a:off x="399288" y="3903918"/>
            <a:ext cx="1200912"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Enigma Cipher</a:t>
            </a:r>
          </a:p>
        </p:txBody>
      </p:sp>
      <p:sp>
        <p:nvSpPr>
          <p:cNvPr id="13" name="TextBox 12">
            <a:extLst>
              <a:ext uri="{FF2B5EF4-FFF2-40B4-BE49-F238E27FC236}">
                <a16:creationId xmlns:a16="http://schemas.microsoft.com/office/drawing/2014/main" id="{A47671EA-4D67-FD71-A9C5-15E1C8297F44}"/>
              </a:ext>
            </a:extLst>
          </p:cNvPr>
          <p:cNvSpPr txBox="1"/>
          <p:nvPr/>
        </p:nvSpPr>
        <p:spPr>
          <a:xfrm>
            <a:off x="1699260" y="3857751"/>
            <a:ext cx="7106412" cy="646331"/>
          </a:xfrm>
          <a:prstGeom prst="rect">
            <a:avLst/>
          </a:prstGeom>
          <a:noFill/>
        </p:spPr>
        <p:txBody>
          <a:bodyPr wrap="square" rtlCol="0">
            <a:spAutoFit/>
          </a:bodyPr>
          <a:lstStyle/>
          <a:p>
            <a:r>
              <a:rPr lang="en-US" sz="1200" b="0" i="0" dirty="0">
                <a:solidFill>
                  <a:srgbClr val="000000"/>
                </a:solidFill>
                <a:effectLst/>
              </a:rPr>
              <a:t>Text: </a:t>
            </a:r>
            <a:r>
              <a:rPr lang="en-US" sz="1200" b="0" dirty="0">
                <a:solidFill>
                  <a:srgbClr val="000000"/>
                </a:solidFill>
                <a:effectLst/>
              </a:rPr>
              <a:t>any moment get </a:t>
            </a:r>
            <a:r>
              <a:rPr lang="en-US" sz="1200" b="0" dirty="0" err="1">
                <a:solidFill>
                  <a:srgbClr val="000000"/>
                </a:solidFill>
                <a:effectLst/>
              </a:rPr>
              <a:t>angrythat</a:t>
            </a:r>
            <a:r>
              <a:rPr lang="en-US" sz="1200" b="0" dirty="0">
                <a:solidFill>
                  <a:srgbClr val="000000"/>
                </a:solidFill>
                <a:effectLst/>
              </a:rPr>
              <a:t> at his slightest inattention</a:t>
            </a:r>
            <a:endParaRPr lang="en-US" sz="1200" b="0" i="0" dirty="0">
              <a:solidFill>
                <a:srgbClr val="000000"/>
              </a:solidFill>
              <a:effectLst/>
            </a:endParaRPr>
          </a:p>
          <a:p>
            <a:r>
              <a:rPr lang="en-US" sz="1200" dirty="0">
                <a:solidFill>
                  <a:srgbClr val="000000"/>
                </a:solidFill>
              </a:rPr>
              <a:t>Encoding: </a:t>
            </a:r>
            <a:r>
              <a:rPr lang="en-US" sz="1200" b="0" dirty="0">
                <a:solidFill>
                  <a:srgbClr val="000000"/>
                </a:solidFill>
                <a:effectLst/>
              </a:rPr>
              <a:t>UBSPCFKAXFKDTMGNKUZMLZPYPHMFGWWBJXNOBRLOASVOBFBCHCRGE</a:t>
            </a:r>
            <a:endParaRPr lang="en-US" sz="1200" b="0" i="0" dirty="0">
              <a:solidFill>
                <a:srgbClr val="000000"/>
              </a:solidFill>
              <a:effectLst/>
            </a:endParaRPr>
          </a:p>
          <a:p>
            <a:r>
              <a:rPr lang="en-US" sz="1200" b="0" i="0" dirty="0">
                <a:solidFill>
                  <a:srgbClr val="000000"/>
                </a:solidFill>
                <a:effectLst/>
              </a:rPr>
              <a:t>Generation: </a:t>
            </a:r>
            <a:r>
              <a:rPr lang="en-US" sz="1200" b="0" i="0" dirty="0" err="1">
                <a:solidFill>
                  <a:srgbClr val="000000"/>
                </a:solidFill>
                <a:effectLst/>
              </a:rPr>
              <a:t>nvdgqnuregrengs,v.qguoqgrengs,v.qguoqgrengs</a:t>
            </a:r>
            <a:r>
              <a:rPr lang="en-US" sz="1200" b="0" i="0" dirty="0">
                <a:solidFill>
                  <a:srgbClr val="000000"/>
                </a:solidFill>
                <a:effectLst/>
              </a:rPr>
              <a:t>,</a:t>
            </a:r>
            <a:endParaRPr lang="en-US" sz="1200" dirty="0">
              <a:solidFill>
                <a:srgbClr val="000000"/>
              </a:solidFill>
            </a:endParaRPr>
          </a:p>
        </p:txBody>
      </p:sp>
    </p:spTree>
    <p:extLst>
      <p:ext uri="{BB962C8B-B14F-4D97-AF65-F5344CB8AC3E}">
        <p14:creationId xmlns:p14="http://schemas.microsoft.com/office/powerpoint/2010/main" val="344747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BD4F328B-DB23-F5B0-AAD6-2ED76A3ECBD9}"/>
              </a:ext>
            </a:extLst>
          </p:cNvPr>
          <p:cNvGraphicFramePr/>
          <p:nvPr/>
        </p:nvGraphicFramePr>
        <p:xfrm>
          <a:off x="453225" y="596348"/>
          <a:ext cx="6265628" cy="3935894"/>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456BFAB5-D721-E109-F999-6F5C1966CBCB}"/>
              </a:ext>
            </a:extLst>
          </p:cNvPr>
          <p:cNvSpPr txBox="1"/>
          <p:nvPr/>
        </p:nvSpPr>
        <p:spPr>
          <a:xfrm>
            <a:off x="6718854" y="731520"/>
            <a:ext cx="1971922" cy="3754874"/>
          </a:xfrm>
          <a:prstGeom prst="rect">
            <a:avLst/>
          </a:prstGeom>
          <a:noFill/>
        </p:spPr>
        <p:txBody>
          <a:bodyPr wrap="square" rtlCol="0">
            <a:spAutoFit/>
          </a:bodyPr>
          <a:lstStyle/>
          <a:p>
            <a:r>
              <a:rPr lang="en-US" sz="1400" dirty="0"/>
              <a:t>Notes:</a:t>
            </a:r>
          </a:p>
          <a:p>
            <a:pPr marL="285750" indent="-285750">
              <a:buFont typeface="Arial" panose="020B0604020202020204" pitchFamily="34" charset="0"/>
              <a:buChar char="•"/>
            </a:pPr>
            <a:r>
              <a:rPr lang="en-US" sz="1400" dirty="0"/>
              <a:t>Models were tested on 10% of available data for time's sake</a:t>
            </a:r>
          </a:p>
          <a:p>
            <a:pPr marL="285750" indent="-285750">
              <a:buFont typeface="Arial" panose="020B0604020202020204" pitchFamily="34" charset="0"/>
              <a:buChar char="•"/>
            </a:pPr>
            <a:r>
              <a:rPr lang="en-US" sz="1400" dirty="0"/>
              <a:t>Flatlining could potentially be reduced if accompanied by an increase in training data</a:t>
            </a:r>
          </a:p>
          <a:p>
            <a:pPr marL="285750" indent="-285750">
              <a:buFont typeface="Arial" panose="020B0604020202020204" pitchFamily="34" charset="0"/>
              <a:buChar char="•"/>
            </a:pPr>
            <a:r>
              <a:rPr lang="en-US" sz="1400" dirty="0"/>
              <a:t>Output indicates diminishing returns to increasing model size </a:t>
            </a:r>
          </a:p>
          <a:p>
            <a:pPr marL="285750" indent="-285750">
              <a:buFont typeface="Arial" panose="020B0604020202020204" pitchFamily="34" charset="0"/>
              <a:buChar char="•"/>
            </a:pPr>
            <a:r>
              <a:rPr lang="en-US" sz="1400" dirty="0"/>
              <a:t>More stacks generally results in better results</a:t>
            </a:r>
          </a:p>
        </p:txBody>
      </p:sp>
      <p:sp>
        <p:nvSpPr>
          <p:cNvPr id="3" name="Subtitle 4">
            <a:extLst>
              <a:ext uri="{FF2B5EF4-FFF2-40B4-BE49-F238E27FC236}">
                <a16:creationId xmlns:a16="http://schemas.microsoft.com/office/drawing/2014/main" id="{58CC7D3F-A94C-492A-ACA8-950E90069B7E}"/>
              </a:ext>
            </a:extLst>
          </p:cNvPr>
          <p:cNvSpPr txBox="1">
            <a:spLocks/>
          </p:cNvSpPr>
          <p:nvPr/>
        </p:nvSpPr>
        <p:spPr>
          <a:xfrm>
            <a:off x="390144" y="155263"/>
            <a:ext cx="7637978" cy="393600"/>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000" dirty="0"/>
              <a:t>Does a larger model improve results?</a:t>
            </a:r>
          </a:p>
        </p:txBody>
      </p:sp>
    </p:spTree>
    <p:extLst>
      <p:ext uri="{BB962C8B-B14F-4D97-AF65-F5344CB8AC3E}">
        <p14:creationId xmlns:p14="http://schemas.microsoft.com/office/powerpoint/2010/main" val="20424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6">
            <a:extLst>
              <a:ext uri="{FF2B5EF4-FFF2-40B4-BE49-F238E27FC236}">
                <a16:creationId xmlns:a16="http://schemas.microsoft.com/office/drawing/2014/main" id="{DD823723-3333-F958-C8EA-6D6FB6E9046D}"/>
              </a:ext>
            </a:extLst>
          </p:cNvPr>
          <p:cNvSpPr>
            <a:spLocks noGrp="1"/>
          </p:cNvSpPr>
          <p:nvPr>
            <p:ph type="subTitle" idx="3"/>
          </p:nvPr>
        </p:nvSpPr>
        <p:spPr>
          <a:xfrm>
            <a:off x="311699" y="155263"/>
            <a:ext cx="7671013" cy="393600"/>
          </a:xfrm>
        </p:spPr>
        <p:txBody>
          <a:bodyPr>
            <a:noAutofit/>
          </a:bodyPr>
          <a:lstStyle/>
          <a:p>
            <a:r>
              <a:rPr lang="en-US" sz="2000" dirty="0"/>
              <a:t>Simple Neural Networks Fail to Adequately Decipher Messages</a:t>
            </a:r>
          </a:p>
        </p:txBody>
      </p:sp>
      <p:sp>
        <p:nvSpPr>
          <p:cNvPr id="11" name="Rectangle 10">
            <a:extLst>
              <a:ext uri="{FF2B5EF4-FFF2-40B4-BE49-F238E27FC236}">
                <a16:creationId xmlns:a16="http://schemas.microsoft.com/office/drawing/2014/main" id="{087D4858-C810-CC03-C942-5901EB12FAD2}"/>
              </a:ext>
            </a:extLst>
          </p:cNvPr>
          <p:cNvSpPr/>
          <p:nvPr/>
        </p:nvSpPr>
        <p:spPr>
          <a:xfrm>
            <a:off x="384048" y="777240"/>
            <a:ext cx="2286000" cy="3886200"/>
          </a:xfrm>
          <a:prstGeom prst="rect">
            <a:avLst/>
          </a:prstGeom>
          <a:solidFill>
            <a:schemeClr val="tx1">
              <a:lumMod val="10000"/>
              <a:lumOff val="90000"/>
            </a:schemeClr>
          </a:solidFill>
          <a:ln w="1905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0B58EFE-44B0-4213-ADFF-71C3CFE246BC}"/>
              </a:ext>
            </a:extLst>
          </p:cNvPr>
          <p:cNvSpPr/>
          <p:nvPr/>
        </p:nvSpPr>
        <p:spPr>
          <a:xfrm>
            <a:off x="6473952" y="777240"/>
            <a:ext cx="2286000" cy="3886200"/>
          </a:xfrm>
          <a:prstGeom prst="rect">
            <a:avLst/>
          </a:prstGeom>
          <a:solidFill>
            <a:schemeClr val="tx1">
              <a:lumMod val="10000"/>
              <a:lumOff val="9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3F7EDC2-D0AB-6A04-5681-331282C521A4}"/>
              </a:ext>
            </a:extLst>
          </p:cNvPr>
          <p:cNvSpPr/>
          <p:nvPr/>
        </p:nvSpPr>
        <p:spPr>
          <a:xfrm>
            <a:off x="3429000" y="777240"/>
            <a:ext cx="2286000" cy="3886200"/>
          </a:xfrm>
          <a:prstGeom prst="rect">
            <a:avLst/>
          </a:prstGeom>
          <a:solidFill>
            <a:schemeClr val="tx1">
              <a:lumMod val="10000"/>
              <a:lumOff val="9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6660680-40A9-66F2-D49A-B68FE7A95BD2}"/>
              </a:ext>
            </a:extLst>
          </p:cNvPr>
          <p:cNvSpPr txBox="1"/>
          <p:nvPr/>
        </p:nvSpPr>
        <p:spPr>
          <a:xfrm>
            <a:off x="384048" y="777240"/>
            <a:ext cx="2286000" cy="369332"/>
          </a:xfrm>
          <a:prstGeom prst="rect">
            <a:avLst/>
          </a:prstGeom>
          <a:noFill/>
        </p:spPr>
        <p:txBody>
          <a:bodyPr wrap="square" rtlCol="0">
            <a:spAutoFit/>
          </a:bodyPr>
          <a:lstStyle/>
          <a:p>
            <a:pPr algn="ctr"/>
            <a:r>
              <a:rPr lang="en-US" dirty="0"/>
              <a:t>Challenges</a:t>
            </a:r>
          </a:p>
        </p:txBody>
      </p:sp>
      <p:sp>
        <p:nvSpPr>
          <p:cNvPr id="15" name="TextBox 14">
            <a:extLst>
              <a:ext uri="{FF2B5EF4-FFF2-40B4-BE49-F238E27FC236}">
                <a16:creationId xmlns:a16="http://schemas.microsoft.com/office/drawing/2014/main" id="{B4183071-F4AE-E3EF-F155-63BAC9FEF61C}"/>
              </a:ext>
            </a:extLst>
          </p:cNvPr>
          <p:cNvSpPr txBox="1"/>
          <p:nvPr/>
        </p:nvSpPr>
        <p:spPr>
          <a:xfrm>
            <a:off x="3429000" y="777240"/>
            <a:ext cx="2286000" cy="369332"/>
          </a:xfrm>
          <a:prstGeom prst="rect">
            <a:avLst/>
          </a:prstGeom>
          <a:noFill/>
        </p:spPr>
        <p:txBody>
          <a:bodyPr wrap="square" rtlCol="0">
            <a:spAutoFit/>
          </a:bodyPr>
          <a:lstStyle/>
          <a:p>
            <a:pPr algn="ctr"/>
            <a:r>
              <a:rPr lang="en-US" dirty="0"/>
              <a:t>Takeaways</a:t>
            </a:r>
          </a:p>
        </p:txBody>
      </p:sp>
      <p:sp>
        <p:nvSpPr>
          <p:cNvPr id="16" name="TextBox 15">
            <a:extLst>
              <a:ext uri="{FF2B5EF4-FFF2-40B4-BE49-F238E27FC236}">
                <a16:creationId xmlns:a16="http://schemas.microsoft.com/office/drawing/2014/main" id="{D769D4D5-0580-4EDE-2292-287AC68F11A9}"/>
              </a:ext>
            </a:extLst>
          </p:cNvPr>
          <p:cNvSpPr txBox="1"/>
          <p:nvPr/>
        </p:nvSpPr>
        <p:spPr>
          <a:xfrm>
            <a:off x="6473952" y="777240"/>
            <a:ext cx="2286000" cy="646331"/>
          </a:xfrm>
          <a:prstGeom prst="rect">
            <a:avLst/>
          </a:prstGeom>
          <a:noFill/>
        </p:spPr>
        <p:txBody>
          <a:bodyPr wrap="square" rtlCol="0">
            <a:spAutoFit/>
          </a:bodyPr>
          <a:lstStyle/>
          <a:p>
            <a:pPr algn="ctr"/>
            <a:r>
              <a:rPr lang="en-US" dirty="0"/>
              <a:t>Future Considerations</a:t>
            </a:r>
          </a:p>
        </p:txBody>
      </p:sp>
      <p:cxnSp>
        <p:nvCxnSpPr>
          <p:cNvPr id="21" name="Straight Connector 20">
            <a:extLst>
              <a:ext uri="{FF2B5EF4-FFF2-40B4-BE49-F238E27FC236}">
                <a16:creationId xmlns:a16="http://schemas.microsoft.com/office/drawing/2014/main" id="{4484C51E-0F7A-4F27-F9A9-7F2E78C3F5CB}"/>
              </a:ext>
            </a:extLst>
          </p:cNvPr>
          <p:cNvCxnSpPr/>
          <p:nvPr/>
        </p:nvCxnSpPr>
        <p:spPr>
          <a:xfrm>
            <a:off x="384048" y="1146572"/>
            <a:ext cx="2286000" cy="0"/>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754896D-8ADD-93EE-BE0C-B190D6A9F7A0}"/>
              </a:ext>
            </a:extLst>
          </p:cNvPr>
          <p:cNvSpPr txBox="1"/>
          <p:nvPr/>
        </p:nvSpPr>
        <p:spPr>
          <a:xfrm>
            <a:off x="384048" y="1146572"/>
            <a:ext cx="2286000"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t>Training time and GPU access significantly limited the complexity of models</a:t>
            </a:r>
          </a:p>
          <a:p>
            <a:pPr marL="285750" indent="-285750">
              <a:buFont typeface="Arial" panose="020B0604020202020204" pitchFamily="34" charset="0"/>
              <a:buChar char="•"/>
            </a:pPr>
            <a:r>
              <a:rPr lang="en-US" sz="1400" dirty="0"/>
              <a:t>Working across a very diverse data set of text</a:t>
            </a:r>
          </a:p>
          <a:p>
            <a:pPr marL="285750" indent="-285750">
              <a:buFont typeface="Arial" panose="020B0604020202020204" pitchFamily="34" charset="0"/>
              <a:buChar char="•"/>
            </a:pPr>
            <a:r>
              <a:rPr lang="en-US" sz="1400" dirty="0"/>
              <a:t>Very specific output specifications</a:t>
            </a:r>
          </a:p>
          <a:p>
            <a:pPr marL="742950" lvl="1" indent="-285750">
              <a:buFont typeface="Arial" panose="020B0604020202020204" pitchFamily="34" charset="0"/>
              <a:buChar char="•"/>
            </a:pPr>
            <a:r>
              <a:rPr lang="en-US" sz="1400" dirty="0"/>
              <a:t>Needed to line up with the input character to character</a:t>
            </a:r>
          </a:p>
          <a:p>
            <a:pPr marL="742950" lvl="1" indent="-285750">
              <a:buFont typeface="Arial" panose="020B0604020202020204" pitchFamily="34" charset="0"/>
              <a:buChar char="•"/>
            </a:pPr>
            <a:r>
              <a:rPr lang="en-US" sz="1400" dirty="0"/>
              <a:t>Exact solutions</a:t>
            </a:r>
          </a:p>
          <a:p>
            <a:pPr marL="285750" indent="-285750">
              <a:buFont typeface="Arial" panose="020B0604020202020204" pitchFamily="34" charset="0"/>
              <a:buChar char="•"/>
            </a:pPr>
            <a:r>
              <a:rPr lang="en-US" sz="1400" dirty="0"/>
              <a:t>Models did not fine-tune to the problem very well</a:t>
            </a:r>
          </a:p>
        </p:txBody>
      </p:sp>
      <p:cxnSp>
        <p:nvCxnSpPr>
          <p:cNvPr id="25" name="Straight Connector 24">
            <a:extLst>
              <a:ext uri="{FF2B5EF4-FFF2-40B4-BE49-F238E27FC236}">
                <a16:creationId xmlns:a16="http://schemas.microsoft.com/office/drawing/2014/main" id="{23D7A069-5C52-F16A-CDD9-98F96CEBB6B7}"/>
              </a:ext>
            </a:extLst>
          </p:cNvPr>
          <p:cNvCxnSpPr/>
          <p:nvPr/>
        </p:nvCxnSpPr>
        <p:spPr>
          <a:xfrm>
            <a:off x="3429000" y="1143000"/>
            <a:ext cx="2286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DA71A70-1F62-E4CF-E3B9-56AD5BAFF651}"/>
              </a:ext>
            </a:extLst>
          </p:cNvPr>
          <p:cNvCxnSpPr/>
          <p:nvPr/>
        </p:nvCxnSpPr>
        <p:spPr>
          <a:xfrm>
            <a:off x="6473952" y="1420523"/>
            <a:ext cx="2286000" cy="0"/>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08A5D727-8EC1-E2CB-3093-41D1FBFC45F3}"/>
              </a:ext>
            </a:extLst>
          </p:cNvPr>
          <p:cNvSpPr txBox="1"/>
          <p:nvPr/>
        </p:nvSpPr>
        <p:spPr>
          <a:xfrm>
            <a:off x="3429000" y="1143000"/>
            <a:ext cx="2286000"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t>Neural Networks struggle to adapt to logical tasks</a:t>
            </a:r>
          </a:p>
          <a:p>
            <a:pPr marL="285750" indent="-285750">
              <a:buFont typeface="Arial" panose="020B0604020202020204" pitchFamily="34" charset="0"/>
              <a:buChar char="•"/>
            </a:pPr>
            <a:r>
              <a:rPr lang="en-US" sz="1400" dirty="0"/>
              <a:t>Problems that seem more complex to humans perform the same using neural networks</a:t>
            </a:r>
          </a:p>
          <a:p>
            <a:pPr marL="285750" indent="-285750">
              <a:buFont typeface="Arial" panose="020B0604020202020204" pitchFamily="34" charset="0"/>
              <a:buChar char="•"/>
            </a:pPr>
            <a:r>
              <a:rPr lang="en-US" sz="1400" dirty="0"/>
              <a:t>Fine-tuning struggles when a very specific output is required</a:t>
            </a:r>
          </a:p>
          <a:p>
            <a:pPr marL="285750" indent="-285750">
              <a:buFont typeface="Arial" panose="020B0604020202020204" pitchFamily="34" charset="0"/>
              <a:buChar char="•"/>
            </a:pPr>
            <a:r>
              <a:rPr lang="en-US" sz="1400" dirty="0"/>
              <a:t>Increases in model size generally improve performance, but with diminishing returns</a:t>
            </a:r>
          </a:p>
          <a:p>
            <a:endParaRPr lang="en-US" sz="1400" dirty="0"/>
          </a:p>
        </p:txBody>
      </p:sp>
      <p:sp>
        <p:nvSpPr>
          <p:cNvPr id="28" name="TextBox 27">
            <a:extLst>
              <a:ext uri="{FF2B5EF4-FFF2-40B4-BE49-F238E27FC236}">
                <a16:creationId xmlns:a16="http://schemas.microsoft.com/office/drawing/2014/main" id="{F198326E-84E7-11E9-1BE9-B6FBF4A0E197}"/>
              </a:ext>
            </a:extLst>
          </p:cNvPr>
          <p:cNvSpPr txBox="1"/>
          <p:nvPr/>
        </p:nvSpPr>
        <p:spPr>
          <a:xfrm>
            <a:off x="6473952" y="1420523"/>
            <a:ext cx="2286000" cy="3108543"/>
          </a:xfrm>
          <a:prstGeom prst="rect">
            <a:avLst/>
          </a:prstGeom>
          <a:noFill/>
        </p:spPr>
        <p:txBody>
          <a:bodyPr wrap="square" rtlCol="0">
            <a:spAutoFit/>
          </a:bodyPr>
          <a:lstStyle/>
          <a:p>
            <a:pPr marL="285750" indent="-285750">
              <a:buFont typeface="Arial" panose="020B0604020202020204" pitchFamily="34" charset="0"/>
              <a:buChar char="•"/>
            </a:pPr>
            <a:r>
              <a:rPr lang="en-US" sz="1400" dirty="0"/>
              <a:t>Using a smaller model as a base for fine-tuning</a:t>
            </a:r>
          </a:p>
          <a:p>
            <a:pPr marL="285750" indent="-285750">
              <a:buFont typeface="Arial" panose="020B0604020202020204" pitchFamily="34" charset="0"/>
              <a:buChar char="•"/>
            </a:pPr>
            <a:r>
              <a:rPr lang="en-US" sz="1400" dirty="0"/>
              <a:t>Scale the model smarter focusing on larger feed forward networks and training</a:t>
            </a:r>
          </a:p>
          <a:p>
            <a:pPr marL="285750" indent="-285750">
              <a:buFont typeface="Arial" panose="020B0604020202020204" pitchFamily="34" charset="0"/>
              <a:buChar char="•"/>
            </a:pPr>
            <a:r>
              <a:rPr lang="en-US" sz="1400" dirty="0"/>
              <a:t>Looking for a more homogeneous dataset and presenting cleaner data as input</a:t>
            </a:r>
          </a:p>
          <a:p>
            <a:pPr marL="285750" indent="-285750">
              <a:buFont typeface="Arial" panose="020B0604020202020204" pitchFamily="34" charset="0"/>
              <a:buChar char="•"/>
            </a:pPr>
            <a:r>
              <a:rPr lang="en-US" sz="1400" dirty="0"/>
              <a:t>Setting aside longer periods of time to train models in depth</a:t>
            </a:r>
          </a:p>
        </p:txBody>
      </p:sp>
    </p:spTree>
    <p:extLst>
      <p:ext uri="{BB962C8B-B14F-4D97-AF65-F5344CB8AC3E}">
        <p14:creationId xmlns:p14="http://schemas.microsoft.com/office/powerpoint/2010/main" val="33766293"/>
      </p:ext>
    </p:extLst>
  </p:cSld>
  <p:clrMapOvr>
    <a:masterClrMapping/>
  </p:clrMapOvr>
</p:sld>
</file>

<file path=ppt/theme/theme1.xml><?xml version="1.0" encoding="utf-8"?>
<a:theme xmlns:a="http://schemas.openxmlformats.org/drawingml/2006/main" name="Office Theme">
  <a:themeElements>
    <a:clrScheme name="Custom 1">
      <a:dk1>
        <a:srgbClr val="0C2340"/>
      </a:dk1>
      <a:lt1>
        <a:srgbClr val="FFFFFF"/>
      </a:lt1>
      <a:dk2>
        <a:srgbClr val="AE9141"/>
      </a:dk2>
      <a:lt2>
        <a:srgbClr val="EFE9D9"/>
      </a:lt2>
      <a:accent1>
        <a:srgbClr val="143865"/>
      </a:accent1>
      <a:accent2>
        <a:srgbClr val="AE9141"/>
      </a:accent2>
      <a:accent3>
        <a:srgbClr val="0A833C"/>
      </a:accent3>
      <a:accent4>
        <a:srgbClr val="1C4F8F"/>
      </a:accent4>
      <a:accent5>
        <a:srgbClr val="C1CDDD"/>
      </a:accent5>
      <a:accent6>
        <a:srgbClr val="B3DAC5"/>
      </a:accent6>
      <a:hlink>
        <a:srgbClr val="8C7534"/>
      </a:hlink>
      <a:folHlink>
        <a:srgbClr val="1C4F8F"/>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1862</TotalTime>
  <Words>728</Words>
  <Application>Microsoft Macintosh PowerPoint</Application>
  <PresentationFormat>Custom</PresentationFormat>
  <Paragraphs>120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Breaking Ciphers with Neural Networks Nick Cichoski</vt:lpstr>
      <vt:lpstr>Motivation</vt:lpstr>
      <vt:lpstr>Approach</vt:lpstr>
      <vt:lpstr>Data</vt:lpstr>
      <vt:lpstr>Results</vt:lpstr>
      <vt:lpstr>Building up the Model</vt:lpstr>
      <vt:lpstr>Takeaway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Magnificent or Manic?</dc:title>
  <dc:creator>Becky Rogers</dc:creator>
  <cp:lastModifiedBy>Nick Cichoski</cp:lastModifiedBy>
  <cp:revision>13</cp:revision>
  <dcterms:created xsi:type="dcterms:W3CDTF">2024-10-11T13:59:50Z</dcterms:created>
  <dcterms:modified xsi:type="dcterms:W3CDTF">2025-12-16T20:52:11Z</dcterms:modified>
</cp:coreProperties>
</file>